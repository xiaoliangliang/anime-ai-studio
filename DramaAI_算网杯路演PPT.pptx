
<file path=[Content_Types].xml><?xml version="1.0" encoding="utf-8"?>
<Types xmlns="http://schemas.openxmlformats.org/package/2006/content-types">
  <Default Extension="xml" ContentType="application/xml"/>
  <Default Extension="jpeg" ContentType="image/jpeg"/>
  <Default Extension="JPG" ContentType="image/.jpg"/>
  <Default Extension="png" ContentType="image/png"/>
  <Default Extension="rels" ContentType="application/vnd.openxmlformats-package.relationship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handoutMasters/handoutMaster1.xml" ContentType="application/vnd.openxmlformats-officedocument.presentationml.handoutMaster+xml"/>
  <Override PartName="/ppt/media/image4.svg" ContentType="image/svg+xml"/>
  <Override PartName="/ppt/media/image9.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4.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 id="2147483651" r:id="rId3"/>
    <p:sldMasterId id="2147483656" r:id="rId4"/>
  </p:sldMasterIdLst>
  <p:notesMasterIdLst>
    <p:notesMasterId r:id="rId7"/>
  </p:notesMasterIdLst>
  <p:handoutMasterIdLst>
    <p:handoutMasterId r:id="rId16"/>
  </p:handoutMasterIdLst>
  <p:sldIdLst>
    <p:sldId id="16773132" r:id="rId5"/>
    <p:sldId id="16773112" r:id="rId6"/>
    <p:sldId id="16773068" r:id="rId8"/>
    <p:sldId id="16773071" r:id="rId9"/>
    <p:sldId id="16773069" r:id="rId10"/>
    <p:sldId id="16773073" r:id="rId11"/>
    <p:sldId id="16773133" r:id="rId12"/>
    <p:sldId id="16773134" r:id="rId13"/>
    <p:sldId id="16773066" r:id="rId14"/>
    <p:sldId id="16773113" r:id="rId15"/>
  </p:sldIdLst>
  <p:sldSz cx="12192000" cy="6858000"/>
  <p:notesSz cx="6858000" cy="9144000"/>
  <p:custDataLst>
    <p:tags r:id="rId24"/>
  </p:custDataLst>
  <p:defaultTextStyle>
    <a:defPPr>
      <a:defRPr lang="en-US"/>
    </a:defPPr>
    <a:lvl1pPr marL="0" algn="l" defTabSz="914400" rtl="0" eaLnBrk="1" latinLnBrk="0" hangingPunct="1">
      <a:defRPr sz="1765" kern="1200">
        <a:solidFill>
          <a:schemeClr val="tx1"/>
        </a:solidFill>
        <a:latin typeface="+mn-lt"/>
        <a:ea typeface="+mn-ea"/>
        <a:cs typeface="+mn-cs"/>
      </a:defRPr>
    </a:lvl1pPr>
    <a:lvl2pPr marL="457200" algn="l" defTabSz="914400" rtl="0" eaLnBrk="1" latinLnBrk="0" hangingPunct="1">
      <a:defRPr sz="1765" kern="1200">
        <a:solidFill>
          <a:schemeClr val="tx1"/>
        </a:solidFill>
        <a:latin typeface="+mn-lt"/>
        <a:ea typeface="+mn-ea"/>
        <a:cs typeface="+mn-cs"/>
      </a:defRPr>
    </a:lvl2pPr>
    <a:lvl3pPr marL="914400" algn="l" defTabSz="914400" rtl="0" eaLnBrk="1" latinLnBrk="0" hangingPunct="1">
      <a:defRPr sz="1765" kern="1200">
        <a:solidFill>
          <a:schemeClr val="tx1"/>
        </a:solidFill>
        <a:latin typeface="+mn-lt"/>
        <a:ea typeface="+mn-ea"/>
        <a:cs typeface="+mn-cs"/>
      </a:defRPr>
    </a:lvl3pPr>
    <a:lvl4pPr marL="1371600" algn="l" defTabSz="914400" rtl="0" eaLnBrk="1" latinLnBrk="0" hangingPunct="1">
      <a:defRPr sz="1765" kern="1200">
        <a:solidFill>
          <a:schemeClr val="tx1"/>
        </a:solidFill>
        <a:latin typeface="+mn-lt"/>
        <a:ea typeface="+mn-ea"/>
        <a:cs typeface="+mn-cs"/>
      </a:defRPr>
    </a:lvl4pPr>
    <a:lvl5pPr marL="1828800" algn="l" defTabSz="914400" rtl="0" eaLnBrk="1" latinLnBrk="0" hangingPunct="1">
      <a:defRPr sz="1765" kern="1200">
        <a:solidFill>
          <a:schemeClr val="tx1"/>
        </a:solidFill>
        <a:latin typeface="+mn-lt"/>
        <a:ea typeface="+mn-ea"/>
        <a:cs typeface="+mn-cs"/>
      </a:defRPr>
    </a:lvl5pPr>
    <a:lvl6pPr marL="2286000" algn="l" defTabSz="914400" rtl="0" eaLnBrk="1" latinLnBrk="0" hangingPunct="1">
      <a:defRPr sz="1765" kern="1200">
        <a:solidFill>
          <a:schemeClr val="tx1"/>
        </a:solidFill>
        <a:latin typeface="+mn-lt"/>
        <a:ea typeface="+mn-ea"/>
        <a:cs typeface="+mn-cs"/>
      </a:defRPr>
    </a:lvl6pPr>
    <a:lvl7pPr marL="2743200" algn="l" defTabSz="914400" rtl="0" eaLnBrk="1" latinLnBrk="0" hangingPunct="1">
      <a:defRPr sz="1765" kern="1200">
        <a:solidFill>
          <a:schemeClr val="tx1"/>
        </a:solidFill>
        <a:latin typeface="+mn-lt"/>
        <a:ea typeface="+mn-ea"/>
        <a:cs typeface="+mn-cs"/>
      </a:defRPr>
    </a:lvl7pPr>
    <a:lvl8pPr marL="3200400" algn="l" defTabSz="914400" rtl="0" eaLnBrk="1" latinLnBrk="0" hangingPunct="1">
      <a:defRPr sz="1765" kern="1200">
        <a:solidFill>
          <a:schemeClr val="tx1"/>
        </a:solidFill>
        <a:latin typeface="+mn-lt"/>
        <a:ea typeface="+mn-ea"/>
        <a:cs typeface="+mn-cs"/>
      </a:defRPr>
    </a:lvl8pPr>
    <a:lvl9pPr marL="3657600" algn="l" defTabSz="914400" rtl="0" eaLnBrk="1" latinLnBrk="0" hangingPunct="1">
      <a:defRPr sz="1765"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Saku Uchikawa" initials="SU" lastIdx="11" clrIdx="0"/>
  <p:cmAuthor id="1" name="Mary Feil-Jacobs" initials="MFJ" lastIdx="43" clrIdx="1"/>
  <p:cmAuthor id="2" name="Monica Lueder" initials="ML" lastIdx="22" clrIdx="2"/>
  <p:cmAuthor id="4" name="Tracy Tran" initials="TT" lastIdx="9" clrIdx="4"/>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41EBFF"/>
    <a:srgbClr val="95A2FF"/>
    <a:srgbClr val="4890FF"/>
    <a:srgbClr val="6D76FF"/>
    <a:srgbClr val="35284E"/>
    <a:srgbClr val="D9D9D9"/>
    <a:srgbClr val="07641D"/>
    <a:srgbClr val="49C5B1"/>
    <a:srgbClr val="FFB900"/>
    <a:srgbClr val="D4EC8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5956" autoAdjust="0"/>
    <p:restoredTop sz="96072" autoAdjust="0"/>
  </p:normalViewPr>
  <p:slideViewPr>
    <p:cSldViewPr snapToGrid="0" showGuides="1">
      <p:cViewPr varScale="1">
        <p:scale>
          <a:sx n="126" d="100"/>
          <a:sy n="126" d="100"/>
        </p:scale>
        <p:origin x="1200" y="184"/>
      </p:cViewPr>
      <p:guideLst>
        <p:guide orient="horz" pos="2160"/>
        <p:guide pos="3840"/>
      </p:guideLst>
    </p:cSldViewPr>
  </p:slideViewPr>
  <p:outlineViewPr>
    <p:cViewPr>
      <p:scale>
        <a:sx n="33" d="100"/>
        <a:sy n="33" d="100"/>
      </p:scale>
      <p:origin x="0" y="-16152"/>
    </p:cViewPr>
  </p:outlineViewPr>
  <p:notesTextViewPr>
    <p:cViewPr>
      <p:scale>
        <a:sx n="125" d="100"/>
        <a:sy n="125" d="100"/>
      </p:scale>
      <p:origin x="0" y="0"/>
    </p:cViewPr>
  </p:notesTextViewPr>
  <p:sorterViewPr>
    <p:cViewPr>
      <p:scale>
        <a:sx n="100" d="100"/>
        <a:sy n="100" d="100"/>
      </p:scale>
      <p:origin x="0" y="-1728"/>
    </p:cViewPr>
  </p:sorterViewPr>
  <p:notesViewPr>
    <p:cSldViewPr snapToGrid="0" showGuides="1">
      <p:cViewPr varScale="1">
        <p:scale>
          <a:sx n="118" d="100"/>
          <a:sy n="118" d="100"/>
        </p:scale>
        <p:origin x="7644" y="96"/>
      </p:cViewPr>
      <p:guideLst>
        <p:guide orient="horz" pos="2867"/>
        <p:guide pos="2107"/>
      </p:guideLst>
    </p:cSldViewPr>
  </p:notes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4.xml"/><Relationship Id="rId8" Type="http://schemas.openxmlformats.org/officeDocument/2006/relationships/slide" Target="slides/slide3.xml"/><Relationship Id="rId7" Type="http://schemas.openxmlformats.org/officeDocument/2006/relationships/notesMaster" Target="notesMasters/notesMaster1.xml"/><Relationship Id="rId6" Type="http://schemas.openxmlformats.org/officeDocument/2006/relationships/slide" Target="slides/slide2.xml"/><Relationship Id="rId5" Type="http://schemas.openxmlformats.org/officeDocument/2006/relationships/slide" Target="slides/slide1.xml"/><Relationship Id="rId4" Type="http://schemas.openxmlformats.org/officeDocument/2006/relationships/slideMaster" Target="slideMasters/slideMaster3.xml"/><Relationship Id="rId3" Type="http://schemas.openxmlformats.org/officeDocument/2006/relationships/slideMaster" Target="slideMasters/slideMaster2.xml"/><Relationship Id="rId24" Type="http://schemas.openxmlformats.org/officeDocument/2006/relationships/tags" Target="tags/tag4.xml"/><Relationship Id="rId23" Type="http://schemas.openxmlformats.org/officeDocument/2006/relationships/customXml" Target="../customXml/item3.xml"/><Relationship Id="rId22" Type="http://schemas.openxmlformats.org/officeDocument/2006/relationships/customXml" Target="../customXml/item2.xml"/><Relationship Id="rId21" Type="http://schemas.openxmlformats.org/officeDocument/2006/relationships/customXml" Target="../customXml/item1.xml"/><Relationship Id="rId20" Type="http://schemas.openxmlformats.org/officeDocument/2006/relationships/commentAuthors" Target="commentAuthors.xml"/><Relationship Id="rId2" Type="http://schemas.openxmlformats.org/officeDocument/2006/relationships/theme" Target="theme/theme1.xml"/><Relationship Id="rId19" Type="http://schemas.openxmlformats.org/officeDocument/2006/relationships/tableStyles" Target="tableStyles.xml"/><Relationship Id="rId18" Type="http://schemas.openxmlformats.org/officeDocument/2006/relationships/viewProps" Target="viewProps.xml"/><Relationship Id="rId17" Type="http://schemas.openxmlformats.org/officeDocument/2006/relationships/presProps" Target="presProps.xml"/><Relationship Id="rId16" Type="http://schemas.openxmlformats.org/officeDocument/2006/relationships/handoutMaster" Target="handoutMasters/handoutMaster1.xml"/><Relationship Id="rId15" Type="http://schemas.openxmlformats.org/officeDocument/2006/relationships/slide" Target="slides/slide10.xml"/><Relationship Id="rId14" Type="http://schemas.openxmlformats.org/officeDocument/2006/relationships/slide" Target="slides/slide9.xml"/><Relationship Id="rId13" Type="http://schemas.openxmlformats.org/officeDocument/2006/relationships/slide" Target="slides/slide8.xml"/><Relationship Id="rId12" Type="http://schemas.openxmlformats.org/officeDocument/2006/relationships/slide" Target="slides/slide7.xml"/><Relationship Id="rId11" Type="http://schemas.openxmlformats.org/officeDocument/2006/relationships/slide" Target="slides/slide6.xml"/><Relationship Id="rId10" Type="http://schemas.openxmlformats.org/officeDocument/2006/relationships/slide" Target="slides/slide5.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5.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6" name="Header Placeholder 5"/>
          <p:cNvSpPr>
            <a:spLocks noGrp="1"/>
          </p:cNvSpPr>
          <p:nvPr>
            <p:ph type="hdr" sz="quarter"/>
          </p:nvPr>
        </p:nvSpPr>
        <p:spPr>
          <a:xfrm>
            <a:off x="0" y="-11574"/>
            <a:ext cx="2971800" cy="457200"/>
          </a:xfrm>
          <a:prstGeom prst="rect">
            <a:avLst/>
          </a:prstGeom>
        </p:spPr>
        <p:txBody>
          <a:bodyPr vert="horz" lIns="91440" tIns="45720" rIns="91440" bIns="45720" rtlCol="0"/>
          <a:lstStyle>
            <a:lvl1pPr algn="l">
              <a:defRPr sz="1200"/>
            </a:lvl1pPr>
          </a:lstStyle>
          <a:p>
            <a:endParaRPr lang="en-US" dirty="0">
              <a:latin typeface="Segoe UI" panose="020B0502040204020203" pitchFamily="34" charset="0"/>
            </a:endParaRPr>
          </a:p>
        </p:txBody>
      </p:sp>
      <p:sp>
        <p:nvSpPr>
          <p:cNvPr id="7" name="Date Placeholder 6"/>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460F9EC6-89FF-47E1-8594-1A32E3B45134}" type="datetime8">
              <a:rPr lang="en-US" smtClean="0">
                <a:latin typeface="Segoe UI" panose="020B0502040204020203" pitchFamily="34" charset="0"/>
              </a:rPr>
            </a:fld>
            <a:endParaRPr lang="en-US" dirty="0">
              <a:latin typeface="Segoe UI" panose="020B0502040204020203" pitchFamily="34" charset="0"/>
            </a:endParaRPr>
          </a:p>
        </p:txBody>
      </p:sp>
      <p:sp>
        <p:nvSpPr>
          <p:cNvPr id="8" name="Footer Placeholder 7"/>
          <p:cNvSpPr>
            <a:spLocks noGrp="1"/>
          </p:cNvSpPr>
          <p:nvPr>
            <p:ph type="ftr" sz="quarter" idx="2"/>
          </p:nvPr>
        </p:nvSpPr>
        <p:spPr>
          <a:xfrm>
            <a:off x="0" y="8685213"/>
            <a:ext cx="5795010" cy="332434"/>
          </a:xfrm>
          <a:prstGeom prst="rect">
            <a:avLst/>
          </a:prstGeom>
        </p:spPr>
        <p:txBody>
          <a:bodyPr vert="horz" lIns="91440" tIns="45720" rIns="91440" bIns="45720" rtlCol="0" anchor="b"/>
          <a:lstStyle>
            <a:lvl1pPr algn="l">
              <a:defRPr sz="1200"/>
            </a:lvl1pPr>
          </a:lstStyle>
          <a:p>
            <a:pPr marL="398780" defTabSz="914400" eaLnBrk="0" hangingPunct="0"/>
            <a:r>
              <a:rPr lang="en-US" sz="400" dirty="0">
                <a:gradFill>
                  <a:gsLst>
                    <a:gs pos="0">
                      <a:schemeClr val="tx1"/>
                    </a:gs>
                    <a:gs pos="100000">
                      <a:schemeClr val="tx1"/>
                    </a:gs>
                  </a:gsLst>
                  <a:lin ang="5400000" scaled="0"/>
                </a:gradFill>
                <a:latin typeface="Segoe UI" panose="020B0502040204020203" pitchFamily="34" charset="0"/>
                <a:ea typeface="Segoe UI" panose="020B0502040204020203" pitchFamily="34" charset="0"/>
                <a:cs typeface="Segoe UI" panose="020B0502040204020203" pitchFamily="34" charset="0"/>
              </a:rPr>
              <a:t>© Microsoft Corporation. All rights reserved. MICROSOFT MAKES NO WARRANTIES, EXPRESS, IMPLIED OR STATUTORY, AS TO THE INFORMATION IN THIS PRESENTATION.</a:t>
            </a:r>
            <a:endParaRPr lang="en-US" sz="400" dirty="0">
              <a:gradFill>
                <a:gsLst>
                  <a:gs pos="0">
                    <a:schemeClr val="tx1"/>
                  </a:gs>
                  <a:gs pos="100000">
                    <a:schemeClr val="tx1"/>
                  </a:gs>
                </a:gsLst>
                <a:lin ang="5400000" scaled="0"/>
              </a:gradFill>
              <a:latin typeface="Segoe UI" panose="020B0502040204020203" pitchFamily="34" charset="0"/>
              <a:ea typeface="Segoe UI" panose="020B0502040204020203" pitchFamily="34" charset="0"/>
              <a:cs typeface="Segoe UI" panose="020B0502040204020203" pitchFamily="34" charset="0"/>
            </a:endParaRPr>
          </a:p>
        </p:txBody>
      </p:sp>
      <p:sp>
        <p:nvSpPr>
          <p:cNvPr id="9" name="Slide Number Placeholder 8"/>
          <p:cNvSpPr>
            <a:spLocks noGrp="1"/>
          </p:cNvSpPr>
          <p:nvPr>
            <p:ph type="sldNum" sz="quarter" idx="3"/>
          </p:nvPr>
        </p:nvSpPr>
        <p:spPr>
          <a:xfrm>
            <a:off x="5783579" y="8685213"/>
            <a:ext cx="1072833" cy="457200"/>
          </a:xfrm>
          <a:prstGeom prst="rect">
            <a:avLst/>
          </a:prstGeom>
        </p:spPr>
        <p:txBody>
          <a:bodyPr vert="horz" lIns="91440" tIns="45720" rIns="91440" bIns="45720" rtlCol="0" anchor="b"/>
          <a:lstStyle>
            <a:lvl1pPr algn="r">
              <a:defRPr sz="1200"/>
            </a:lvl1pPr>
          </a:lstStyle>
          <a:p>
            <a:fld id="{0EC9E9D6-92A0-482B-A603-C9BA7FFB8190}" type="slidenum">
              <a:rPr lang="en-US" smtClean="0">
                <a:latin typeface="Segoe UI" panose="020B0502040204020203" pitchFamily="34" charset="0"/>
              </a:rPr>
            </a:fld>
            <a:endParaRPr lang="en-US" dirty="0">
              <a:latin typeface="Segoe UI" panose="020B0502040204020203" pitchFamily="34" charset="0"/>
            </a:endParaRPr>
          </a:p>
        </p:txBody>
      </p:sp>
    </p:spTree>
  </p:cSld>
  <p:clrMap bg1="lt1" tx1="dk1" bg2="lt2" tx2="dk2" accent1="accent1" accent2="accent2" accent3="accent3" accent4="accent4" accent5="accent5" accent6="accent6" hlink="hlink" folHlink="folHlink"/>
  <p:hf/>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8" name="Header Placeholder 7"/>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atin typeface="Segoe UI" panose="020B0502040204020203" pitchFamily="34" charset="0"/>
              </a:defRPr>
            </a:lvl1pPr>
          </a:lstStyle>
          <a:p>
            <a:endParaRPr lang="en-US" dirty="0"/>
          </a:p>
        </p:txBody>
      </p:sp>
      <p:sp>
        <p:nvSpPr>
          <p:cNvPr id="9" name="Slide Image Placeholder 8"/>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dirty="0"/>
          </a:p>
        </p:txBody>
      </p:sp>
      <p:sp>
        <p:nvSpPr>
          <p:cNvPr id="10" name="Footer Placeholder 9"/>
          <p:cNvSpPr>
            <a:spLocks noGrp="1"/>
          </p:cNvSpPr>
          <p:nvPr>
            <p:ph type="ftr" sz="quarter" idx="4"/>
          </p:nvPr>
        </p:nvSpPr>
        <p:spPr>
          <a:xfrm>
            <a:off x="0" y="8686800"/>
            <a:ext cx="5920740" cy="355964"/>
          </a:xfrm>
          <a:prstGeom prst="rect">
            <a:avLst/>
          </a:prstGeom>
        </p:spPr>
        <p:txBody>
          <a:bodyPr vert="horz" lIns="91440" tIns="45720" rIns="91440" bIns="45720" rtlCol="0" anchor="b"/>
          <a:lstStyle>
            <a:lvl1pPr marL="571500" indent="0" algn="l">
              <a:defRPr sz="1200"/>
            </a:lvl1pPr>
          </a:lstStyle>
          <a:p>
            <a:pPr defTabSz="914400" eaLnBrk="0" hangingPunct="0"/>
            <a:r>
              <a:rPr lang="en-US" sz="400" dirty="0">
                <a:gradFill>
                  <a:gsLst>
                    <a:gs pos="0">
                      <a:prstClr val="black"/>
                    </a:gs>
                    <a:gs pos="100000">
                      <a:prstClr val="black"/>
                    </a:gs>
                  </a:gsLst>
                  <a:lin ang="5400000" scaled="0"/>
                </a:gradFill>
                <a:latin typeface="Segoe UI" panose="020B0502040204020203" pitchFamily="34" charset="0"/>
                <a:ea typeface="Segoe UI" panose="020B0502040204020203" pitchFamily="34" charset="0"/>
                <a:cs typeface="Segoe UI" panose="020B0502040204020203" pitchFamily="34" charset="0"/>
              </a:rPr>
              <a:t>© Microsoft Corporation. All rights reserved. MICROSOFT MAKES NO WARRANTIES, EXPRESS, IMPLIED OR STATUTORY, AS TO THE INFORMATION IN THIS PRESENTATION.</a:t>
            </a:r>
            <a:endParaRPr lang="en-US" sz="400" dirty="0">
              <a:gradFill>
                <a:gsLst>
                  <a:gs pos="0">
                    <a:prstClr val="black"/>
                  </a:gs>
                  <a:gs pos="100000">
                    <a:prstClr val="black"/>
                  </a:gs>
                </a:gsLst>
                <a:lin ang="5400000" scaled="0"/>
              </a:gradFill>
              <a:latin typeface="Segoe UI" panose="020B0502040204020203" pitchFamily="34" charset="0"/>
              <a:ea typeface="Segoe UI" panose="020B0502040204020203" pitchFamily="34" charset="0"/>
              <a:cs typeface="Segoe UI" panose="020B0502040204020203" pitchFamily="34" charset="0"/>
            </a:endParaRPr>
          </a:p>
        </p:txBody>
      </p:sp>
      <p:sp>
        <p:nvSpPr>
          <p:cNvPr id="11" name="Date Placeholder 10"/>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atin typeface="Segoe UI" panose="020B0502040204020203" pitchFamily="34" charset="0"/>
              </a:defRPr>
            </a:lvl1pPr>
          </a:lstStyle>
          <a:p>
            <a:fld id="{386CE63F-9E7F-4C04-9D0D-FCA25A8E9E86}" type="datetime8">
              <a:rPr lang="en-US" smtClean="0"/>
            </a:fld>
            <a:endParaRPr lang="en-US" dirty="0"/>
          </a:p>
        </p:txBody>
      </p:sp>
      <p:sp>
        <p:nvSpPr>
          <p:cNvPr id="12" name="Notes Placeholder 11"/>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dirty="0"/>
              <a:t>Click to edit Master text styles</a:t>
            </a:r>
            <a:endParaRPr lang="en-US" dirty="0"/>
          </a:p>
          <a:p>
            <a:pPr lvl="1"/>
            <a:r>
              <a:rPr lang="en-US" dirty="0"/>
              <a:t>Second level</a:t>
            </a:r>
            <a:endParaRPr lang="en-US" dirty="0"/>
          </a:p>
          <a:p>
            <a:pPr lvl="2"/>
            <a:r>
              <a:rPr lang="en-US" dirty="0"/>
              <a:t>Third level</a:t>
            </a:r>
            <a:endParaRPr lang="en-US" dirty="0"/>
          </a:p>
          <a:p>
            <a:pPr lvl="3"/>
            <a:r>
              <a:rPr lang="en-US" dirty="0"/>
              <a:t>Fourth level</a:t>
            </a:r>
            <a:endParaRPr lang="en-US" dirty="0"/>
          </a:p>
          <a:p>
            <a:pPr lvl="4"/>
            <a:r>
              <a:rPr lang="en-US" dirty="0"/>
              <a:t>Fifth level</a:t>
            </a:r>
            <a:endParaRPr lang="en-US" dirty="0"/>
          </a:p>
        </p:txBody>
      </p:sp>
      <p:sp>
        <p:nvSpPr>
          <p:cNvPr id="13" name="Slide Number Placeholder 12"/>
          <p:cNvSpPr>
            <a:spLocks noGrp="1"/>
          </p:cNvSpPr>
          <p:nvPr>
            <p:ph type="sldNum" sz="quarter" idx="5"/>
          </p:nvPr>
        </p:nvSpPr>
        <p:spPr>
          <a:xfrm>
            <a:off x="5909309" y="8685213"/>
            <a:ext cx="947103" cy="457200"/>
          </a:xfrm>
          <a:prstGeom prst="rect">
            <a:avLst/>
          </a:prstGeom>
        </p:spPr>
        <p:txBody>
          <a:bodyPr vert="horz" lIns="91440" tIns="45720" rIns="91440" bIns="45720" rtlCol="0" anchor="b"/>
          <a:lstStyle>
            <a:lvl1pPr algn="r">
              <a:defRPr sz="1200">
                <a:latin typeface="Segoe UI" panose="020B0502040204020203" pitchFamily="34" charset="0"/>
              </a:defRPr>
            </a:lvl1pPr>
          </a:lstStyle>
          <a:p>
            <a:fld id="{B4008EB6-D09E-4580-8CD6-DDB14511944F}" type="slidenum">
              <a:rPr lang="en-US" smtClean="0"/>
            </a:fld>
            <a:endParaRPr lang="en-US" dirty="0"/>
          </a:p>
        </p:txBody>
      </p:sp>
    </p:spTree>
  </p:cSld>
  <p:clrMap bg1="lt1" tx1="dk1" bg2="lt2" tx2="dk2" accent1="accent1" accent2="accent2" accent3="accent3" accent4="accent4" accent5="accent5" accent6="accent6" hlink="hlink" folHlink="folHlink"/>
  <p:hf/>
  <p:notesStyle>
    <a:lvl1pPr marL="0" algn="l" defTabSz="914400" rtl="0" eaLnBrk="1" latinLnBrk="0" hangingPunct="1">
      <a:lnSpc>
        <a:spcPct val="90000"/>
      </a:lnSpc>
      <a:spcAft>
        <a:spcPts val="335"/>
      </a:spcAft>
      <a:defRPr sz="880" kern="1200">
        <a:solidFill>
          <a:schemeClr val="tx1"/>
        </a:solidFill>
        <a:latin typeface="Segoe UI" panose="020B0502040204020203" pitchFamily="34" charset="0"/>
        <a:ea typeface="+mn-ea"/>
        <a:cs typeface="+mn-cs"/>
      </a:defRPr>
    </a:lvl1pPr>
    <a:lvl2pPr marL="212725" indent="-106045" algn="l" defTabSz="914400" rtl="0" eaLnBrk="1" latinLnBrk="0" hangingPunct="1">
      <a:lnSpc>
        <a:spcPct val="90000"/>
      </a:lnSpc>
      <a:spcAft>
        <a:spcPts val="335"/>
      </a:spcAft>
      <a:buFont typeface="Arial" panose="020B0604020202020204" pitchFamily="34" charset="0"/>
      <a:buChar char="•"/>
      <a:defRPr sz="880" kern="1200">
        <a:solidFill>
          <a:schemeClr val="tx1"/>
        </a:solidFill>
        <a:latin typeface="Segoe UI" panose="020B0502040204020203" pitchFamily="34" charset="0"/>
        <a:ea typeface="+mn-ea"/>
        <a:cs typeface="+mn-cs"/>
      </a:defRPr>
    </a:lvl2pPr>
    <a:lvl3pPr marL="328295" indent="-114935" algn="l" defTabSz="914400" rtl="0" eaLnBrk="1" latinLnBrk="0" hangingPunct="1">
      <a:lnSpc>
        <a:spcPct val="90000"/>
      </a:lnSpc>
      <a:spcAft>
        <a:spcPts val="335"/>
      </a:spcAft>
      <a:buFont typeface="Arial" panose="020B0604020202020204" pitchFamily="34" charset="0"/>
      <a:buChar char="•"/>
      <a:defRPr sz="880" kern="1200">
        <a:solidFill>
          <a:schemeClr val="tx1"/>
        </a:solidFill>
        <a:latin typeface="Segoe UI" panose="020B0502040204020203" pitchFamily="34" charset="0"/>
        <a:ea typeface="+mn-ea"/>
        <a:cs typeface="+mn-cs"/>
      </a:defRPr>
    </a:lvl3pPr>
    <a:lvl4pPr marL="482600" indent="-146685" algn="l" defTabSz="914400" rtl="0" eaLnBrk="1" latinLnBrk="0" hangingPunct="1">
      <a:lnSpc>
        <a:spcPct val="90000"/>
      </a:lnSpc>
      <a:spcAft>
        <a:spcPts val="335"/>
      </a:spcAft>
      <a:buFont typeface="Arial" panose="020B0604020202020204" pitchFamily="34" charset="0"/>
      <a:buChar char="•"/>
      <a:defRPr sz="880" kern="1200">
        <a:solidFill>
          <a:schemeClr val="tx1"/>
        </a:solidFill>
        <a:latin typeface="Segoe UI" panose="020B0502040204020203" pitchFamily="34" charset="0"/>
        <a:ea typeface="+mn-ea"/>
        <a:cs typeface="+mn-cs"/>
      </a:defRPr>
    </a:lvl4pPr>
    <a:lvl5pPr marL="615315" indent="-114935" algn="l" defTabSz="914400" rtl="0" eaLnBrk="1" latinLnBrk="0" hangingPunct="1">
      <a:lnSpc>
        <a:spcPct val="90000"/>
      </a:lnSpc>
      <a:spcAft>
        <a:spcPts val="335"/>
      </a:spcAft>
      <a:buFont typeface="Arial" panose="020B0604020202020204" pitchFamily="34" charset="0"/>
      <a:buChar char="•"/>
      <a:defRPr sz="880" kern="1200">
        <a:solidFill>
          <a:schemeClr val="tx1"/>
        </a:solidFill>
        <a:latin typeface="Segoe UI" panose="020B0502040204020203" pitchFamily="34" charset="0"/>
        <a:ea typeface="+mn-ea"/>
        <a:cs typeface="+mn-cs"/>
      </a:defRPr>
    </a:lvl5pPr>
    <a:lvl6pPr marL="2286000" algn="l" defTabSz="914400" rtl="0" eaLnBrk="1" latinLnBrk="0" hangingPunct="1">
      <a:defRPr sz="1175" kern="1200">
        <a:solidFill>
          <a:schemeClr val="tx1"/>
        </a:solidFill>
        <a:latin typeface="+mn-lt"/>
        <a:ea typeface="+mn-ea"/>
        <a:cs typeface="+mn-cs"/>
      </a:defRPr>
    </a:lvl6pPr>
    <a:lvl7pPr marL="2743200" algn="l" defTabSz="914400" rtl="0" eaLnBrk="1" latinLnBrk="0" hangingPunct="1">
      <a:defRPr sz="1175" kern="1200">
        <a:solidFill>
          <a:schemeClr val="tx1"/>
        </a:solidFill>
        <a:latin typeface="+mn-lt"/>
        <a:ea typeface="+mn-ea"/>
        <a:cs typeface="+mn-cs"/>
      </a:defRPr>
    </a:lvl7pPr>
    <a:lvl8pPr marL="3200400" algn="l" defTabSz="914400" rtl="0" eaLnBrk="1" latinLnBrk="0" hangingPunct="1">
      <a:defRPr sz="1175" kern="1200">
        <a:solidFill>
          <a:schemeClr val="tx1"/>
        </a:solidFill>
        <a:latin typeface="+mn-lt"/>
        <a:ea typeface="+mn-ea"/>
        <a:cs typeface="+mn-cs"/>
      </a:defRPr>
    </a:lvl8pPr>
    <a:lvl9pPr marL="3657600" algn="l" defTabSz="914400" rtl="0" eaLnBrk="1" latinLnBrk="0" hangingPunct="1">
      <a:defRPr sz="1175"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
        <p:nvSpPr>
          <p:cNvPr id="4" name="页眉占位符 3"/>
          <p:cNvSpPr>
            <a:spLocks noGrp="1"/>
          </p:cNvSpPr>
          <p:nvPr>
            <p:ph type="hdr" sz="quarter"/>
          </p:nvPr>
        </p:nvSpPr>
        <p:spPr/>
        <p:txBody>
          <a:bodyPr/>
          <a:lstStyle/>
          <a:p>
            <a:endParaRPr lang="en-US" dirty="0"/>
          </a:p>
        </p:txBody>
      </p:sp>
      <p:sp>
        <p:nvSpPr>
          <p:cNvPr id="5" name="页脚占位符 4"/>
          <p:cNvSpPr>
            <a:spLocks noGrp="1"/>
          </p:cNvSpPr>
          <p:nvPr>
            <p:ph type="ftr" sz="quarter" idx="4"/>
          </p:nvPr>
        </p:nvSpPr>
        <p:spPr/>
        <p:txBody>
          <a:bodyPr/>
          <a:lstStyle/>
          <a:p>
            <a:pPr defTabSz="914400" eaLnBrk="0" hangingPunct="0"/>
            <a:r>
              <a:rPr lang="en-US" sz="400" dirty="0">
                <a:gradFill>
                  <a:gsLst>
                    <a:gs pos="0">
                      <a:prstClr val="black"/>
                    </a:gs>
                    <a:gs pos="100000">
                      <a:prstClr val="black"/>
                    </a:gs>
                  </a:gsLst>
                  <a:lin ang="5400000" scaled="0"/>
                </a:gradFill>
                <a:latin typeface="Segoe UI" panose="020B0502040204020203" pitchFamily="34" charset="0"/>
                <a:ea typeface="Segoe UI" panose="020B0502040204020203" pitchFamily="34" charset="0"/>
                <a:cs typeface="Segoe UI" panose="020B0502040204020203" pitchFamily="34" charset="0"/>
              </a:rPr>
              <a:t>© Microsoft Corporation. All rights reserved. MICROSOFT MAKES NO WARRANTIES, EXPRESS, IMPLIED OR STATUTORY, AS TO THE INFORMATION IN THIS PRESENTATION.</a:t>
            </a:r>
            <a:endParaRPr lang="en-US" sz="400" dirty="0">
              <a:gradFill>
                <a:gsLst>
                  <a:gs pos="0">
                    <a:prstClr val="black"/>
                  </a:gs>
                  <a:gs pos="100000">
                    <a:prstClr val="black"/>
                  </a:gs>
                </a:gsLst>
                <a:lin ang="5400000" scaled="0"/>
              </a:gradFill>
              <a:latin typeface="Segoe UI" panose="020B0502040204020203" pitchFamily="34" charset="0"/>
              <a:ea typeface="Segoe UI" panose="020B0502040204020203" pitchFamily="34" charset="0"/>
              <a:cs typeface="Segoe UI" panose="020B0502040204020203" pitchFamily="34" charset="0"/>
            </a:endParaRPr>
          </a:p>
        </p:txBody>
      </p:sp>
      <p:sp>
        <p:nvSpPr>
          <p:cNvPr id="6" name="日期占位符 5"/>
          <p:cNvSpPr>
            <a:spLocks noGrp="1"/>
          </p:cNvSpPr>
          <p:nvPr>
            <p:ph type="dt" idx="1"/>
          </p:nvPr>
        </p:nvSpPr>
        <p:spPr/>
        <p:txBody>
          <a:bodyPr/>
          <a:lstStyle/>
          <a:p>
            <a:fld id="{386CE63F-9E7F-4C04-9D0D-FCA25A8E9E86}" type="datetime8">
              <a:rPr lang="en-US" smtClean="0"/>
            </a:fld>
            <a:endParaRPr lang="en-US" dirty="0"/>
          </a:p>
        </p:txBody>
      </p:sp>
      <p:sp>
        <p:nvSpPr>
          <p:cNvPr id="7" name="灯片编号占位符 6"/>
          <p:cNvSpPr>
            <a:spLocks noGrp="1"/>
          </p:cNvSpPr>
          <p:nvPr>
            <p:ph type="sldNum" sz="quarter" idx="5"/>
          </p:nvPr>
        </p:nvSpPr>
        <p:spPr/>
        <p:txBody>
          <a:bodyPr/>
          <a:lstStyle/>
          <a:p>
            <a:fld id="{B4008EB6-D09E-4580-8CD6-DDB14511944F}" type="slidenum">
              <a:rPr lang="en-US" smtClean="0"/>
            </a:fld>
            <a:endParaRPr lang="en-US"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Header Placeholder 3"/>
          <p:cNvSpPr>
            <a:spLocks noGrp="1"/>
          </p:cNvSpPr>
          <p:nvPr>
            <p:ph type="hdr" sz="quarter"/>
          </p:nvPr>
        </p:nvSpPr>
        <p:spPr/>
        <p:txBody>
          <a:bodyPr/>
          <a:lstStyle/>
          <a:p>
            <a:endParaRPr lang="en-US" dirty="0"/>
          </a:p>
        </p:txBody>
      </p:sp>
      <p:sp>
        <p:nvSpPr>
          <p:cNvPr id="5" name="Footer Placeholder 4"/>
          <p:cNvSpPr>
            <a:spLocks noGrp="1"/>
          </p:cNvSpPr>
          <p:nvPr>
            <p:ph type="ftr" sz="quarter" idx="4"/>
          </p:nvPr>
        </p:nvSpPr>
        <p:spPr/>
        <p:txBody>
          <a:bodyPr/>
          <a:lstStyle/>
          <a:p>
            <a:pPr defTabSz="914400" eaLnBrk="0" hangingPunct="0"/>
            <a:r>
              <a:rPr lang="en-US" sz="400" dirty="0">
                <a:gradFill>
                  <a:gsLst>
                    <a:gs pos="0">
                      <a:prstClr val="black"/>
                    </a:gs>
                    <a:gs pos="100000">
                      <a:prstClr val="black"/>
                    </a:gs>
                  </a:gsLst>
                  <a:lin ang="5400000" scaled="0"/>
                </a:gradFill>
                <a:latin typeface="Segoe UI" panose="020B0502040204020203" pitchFamily="34" charset="0"/>
                <a:ea typeface="Segoe UI" panose="020B0502040204020203" pitchFamily="34" charset="0"/>
                <a:cs typeface="Segoe UI" panose="020B0502040204020203" pitchFamily="34" charset="0"/>
              </a:rPr>
              <a:t>© Microsoft Corporation. All rights reserved. MICROSOFT MAKES NO WARRANTIES, EXPRESS, IMPLIED OR STATUTORY, AS TO THE INFORMATION IN THIS PRESENTATION.</a:t>
            </a:r>
            <a:endParaRPr lang="en-US" sz="400" dirty="0">
              <a:gradFill>
                <a:gsLst>
                  <a:gs pos="0">
                    <a:prstClr val="black"/>
                  </a:gs>
                  <a:gs pos="100000">
                    <a:prstClr val="black"/>
                  </a:gs>
                </a:gsLst>
                <a:lin ang="5400000" scaled="0"/>
              </a:gradFill>
              <a:latin typeface="Segoe UI" panose="020B0502040204020203" pitchFamily="34" charset="0"/>
              <a:ea typeface="Segoe UI" panose="020B0502040204020203" pitchFamily="34" charset="0"/>
              <a:cs typeface="Segoe UI" panose="020B0502040204020203" pitchFamily="34" charset="0"/>
            </a:endParaRPr>
          </a:p>
        </p:txBody>
      </p:sp>
      <p:sp>
        <p:nvSpPr>
          <p:cNvPr id="6" name="Date Placeholder 5"/>
          <p:cNvSpPr>
            <a:spLocks noGrp="1"/>
          </p:cNvSpPr>
          <p:nvPr>
            <p:ph type="dt" idx="1"/>
          </p:nvPr>
        </p:nvSpPr>
        <p:spPr/>
        <p:txBody>
          <a:bodyPr/>
          <a:lstStyle/>
          <a:p>
            <a:fld id="{386CE63F-9E7F-4C04-9D0D-FCA25A8E9E86}" type="datetime8">
              <a:rPr lang="en-US" smtClean="0"/>
            </a:fld>
            <a:endParaRPr lang="en-US" dirty="0"/>
          </a:p>
        </p:txBody>
      </p:sp>
      <p:sp>
        <p:nvSpPr>
          <p:cNvPr id="7" name="Slide Number Placeholder 6"/>
          <p:cNvSpPr>
            <a:spLocks noGrp="1"/>
          </p:cNvSpPr>
          <p:nvPr>
            <p:ph type="sldNum" sz="quarter" idx="5"/>
          </p:nvPr>
        </p:nvSpPr>
        <p:spPr/>
        <p:txBody>
          <a:bodyPr/>
          <a:lstStyle/>
          <a:p>
            <a:fld id="{B4008EB6-D09E-4580-8CD6-DDB14511944F}" type="slidenum">
              <a:rPr lang="en-US" smtClean="0"/>
            </a:fld>
            <a:endParaRPr lang="en-US"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Header Placeholder 3"/>
          <p:cNvSpPr>
            <a:spLocks noGrp="1"/>
          </p:cNvSpPr>
          <p:nvPr>
            <p:ph type="hdr" sz="quarter"/>
          </p:nvPr>
        </p:nvSpPr>
        <p:spPr/>
        <p:txBody>
          <a:bodyPr/>
          <a:lstStyle/>
          <a:p>
            <a:endParaRPr lang="en-US" dirty="0"/>
          </a:p>
        </p:txBody>
      </p:sp>
      <p:sp>
        <p:nvSpPr>
          <p:cNvPr id="5" name="Footer Placeholder 4"/>
          <p:cNvSpPr>
            <a:spLocks noGrp="1"/>
          </p:cNvSpPr>
          <p:nvPr>
            <p:ph type="ftr" sz="quarter" idx="4"/>
          </p:nvPr>
        </p:nvSpPr>
        <p:spPr/>
        <p:txBody>
          <a:bodyPr/>
          <a:lstStyle/>
          <a:p>
            <a:pPr defTabSz="914400" eaLnBrk="0" hangingPunct="0"/>
            <a:r>
              <a:rPr lang="en-US" sz="400" dirty="0">
                <a:gradFill>
                  <a:gsLst>
                    <a:gs pos="0">
                      <a:prstClr val="black"/>
                    </a:gs>
                    <a:gs pos="100000">
                      <a:prstClr val="black"/>
                    </a:gs>
                  </a:gsLst>
                  <a:lin ang="5400000" scaled="0"/>
                </a:gradFill>
                <a:latin typeface="Segoe UI" panose="020B0502040204020203" pitchFamily="34" charset="0"/>
                <a:ea typeface="Segoe UI" panose="020B0502040204020203" pitchFamily="34" charset="0"/>
                <a:cs typeface="Segoe UI" panose="020B0502040204020203" pitchFamily="34" charset="0"/>
              </a:rPr>
              <a:t>© Microsoft Corporation. All rights reserved. MICROSOFT MAKES NO WARRANTIES, EXPRESS, IMPLIED OR STATUTORY, AS TO THE INFORMATION IN THIS PRESENTATION.</a:t>
            </a:r>
            <a:endParaRPr lang="en-US" sz="400" dirty="0">
              <a:gradFill>
                <a:gsLst>
                  <a:gs pos="0">
                    <a:prstClr val="black"/>
                  </a:gs>
                  <a:gs pos="100000">
                    <a:prstClr val="black"/>
                  </a:gs>
                </a:gsLst>
                <a:lin ang="5400000" scaled="0"/>
              </a:gradFill>
              <a:latin typeface="Segoe UI" panose="020B0502040204020203" pitchFamily="34" charset="0"/>
              <a:ea typeface="Segoe UI" panose="020B0502040204020203" pitchFamily="34" charset="0"/>
              <a:cs typeface="Segoe UI" panose="020B0502040204020203" pitchFamily="34" charset="0"/>
            </a:endParaRPr>
          </a:p>
        </p:txBody>
      </p:sp>
      <p:sp>
        <p:nvSpPr>
          <p:cNvPr id="6" name="Date Placeholder 5"/>
          <p:cNvSpPr>
            <a:spLocks noGrp="1"/>
          </p:cNvSpPr>
          <p:nvPr>
            <p:ph type="dt" idx="1"/>
          </p:nvPr>
        </p:nvSpPr>
        <p:spPr/>
        <p:txBody>
          <a:bodyPr/>
          <a:lstStyle/>
          <a:p>
            <a:fld id="{386CE63F-9E7F-4C04-9D0D-FCA25A8E9E86}" type="datetime8">
              <a:rPr lang="en-US" smtClean="0"/>
            </a:fld>
            <a:endParaRPr lang="en-US" dirty="0"/>
          </a:p>
        </p:txBody>
      </p:sp>
      <p:sp>
        <p:nvSpPr>
          <p:cNvPr id="7" name="Slide Number Placeholder 6"/>
          <p:cNvSpPr>
            <a:spLocks noGrp="1"/>
          </p:cNvSpPr>
          <p:nvPr>
            <p:ph type="sldNum" sz="quarter" idx="5"/>
          </p:nvPr>
        </p:nvSpPr>
        <p:spPr/>
        <p:txBody>
          <a:bodyPr/>
          <a:lstStyle/>
          <a:p>
            <a:fld id="{B4008EB6-D09E-4580-8CD6-DDB14511944F}" type="slidenum">
              <a:rPr lang="en-US" smtClean="0"/>
            </a:fld>
            <a:endParaRPr lang="en-US"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Header Placeholder 3"/>
          <p:cNvSpPr>
            <a:spLocks noGrp="1"/>
          </p:cNvSpPr>
          <p:nvPr>
            <p:ph type="hdr" sz="quarter"/>
          </p:nvPr>
        </p:nvSpPr>
        <p:spPr/>
        <p:txBody>
          <a:bodyPr/>
          <a:lstStyle/>
          <a:p>
            <a:endParaRPr lang="en-US" dirty="0"/>
          </a:p>
        </p:txBody>
      </p:sp>
      <p:sp>
        <p:nvSpPr>
          <p:cNvPr id="5" name="Footer Placeholder 4"/>
          <p:cNvSpPr>
            <a:spLocks noGrp="1"/>
          </p:cNvSpPr>
          <p:nvPr>
            <p:ph type="ftr" sz="quarter" idx="4"/>
          </p:nvPr>
        </p:nvSpPr>
        <p:spPr/>
        <p:txBody>
          <a:bodyPr/>
          <a:lstStyle/>
          <a:p>
            <a:pPr defTabSz="914400" eaLnBrk="0" hangingPunct="0"/>
            <a:r>
              <a:rPr lang="en-US" sz="400" dirty="0">
                <a:gradFill>
                  <a:gsLst>
                    <a:gs pos="0">
                      <a:prstClr val="black"/>
                    </a:gs>
                    <a:gs pos="100000">
                      <a:prstClr val="black"/>
                    </a:gs>
                  </a:gsLst>
                  <a:lin ang="5400000" scaled="0"/>
                </a:gradFill>
                <a:latin typeface="Segoe UI" panose="020B0502040204020203" pitchFamily="34" charset="0"/>
                <a:ea typeface="Segoe UI" panose="020B0502040204020203" pitchFamily="34" charset="0"/>
                <a:cs typeface="Segoe UI" panose="020B0502040204020203" pitchFamily="34" charset="0"/>
              </a:rPr>
              <a:t>© Microsoft Corporation. All rights reserved. MICROSOFT MAKES NO WARRANTIES, EXPRESS, IMPLIED OR STATUTORY, AS TO THE INFORMATION IN THIS PRESENTATION.</a:t>
            </a:r>
            <a:endParaRPr lang="en-US" sz="400" dirty="0">
              <a:gradFill>
                <a:gsLst>
                  <a:gs pos="0">
                    <a:prstClr val="black"/>
                  </a:gs>
                  <a:gs pos="100000">
                    <a:prstClr val="black"/>
                  </a:gs>
                </a:gsLst>
                <a:lin ang="5400000" scaled="0"/>
              </a:gradFill>
              <a:latin typeface="Segoe UI" panose="020B0502040204020203" pitchFamily="34" charset="0"/>
              <a:ea typeface="Segoe UI" panose="020B0502040204020203" pitchFamily="34" charset="0"/>
              <a:cs typeface="Segoe UI" panose="020B0502040204020203" pitchFamily="34" charset="0"/>
            </a:endParaRPr>
          </a:p>
        </p:txBody>
      </p:sp>
      <p:sp>
        <p:nvSpPr>
          <p:cNvPr id="6" name="Date Placeholder 5"/>
          <p:cNvSpPr>
            <a:spLocks noGrp="1"/>
          </p:cNvSpPr>
          <p:nvPr>
            <p:ph type="dt" idx="1"/>
          </p:nvPr>
        </p:nvSpPr>
        <p:spPr/>
        <p:txBody>
          <a:bodyPr/>
          <a:lstStyle/>
          <a:p>
            <a:fld id="{386CE63F-9E7F-4C04-9D0D-FCA25A8E9E86}" type="datetime8">
              <a:rPr lang="en-US" smtClean="0"/>
            </a:fld>
            <a:endParaRPr lang="en-US" dirty="0"/>
          </a:p>
        </p:txBody>
      </p:sp>
      <p:sp>
        <p:nvSpPr>
          <p:cNvPr id="7" name="Slide Number Placeholder 6"/>
          <p:cNvSpPr>
            <a:spLocks noGrp="1"/>
          </p:cNvSpPr>
          <p:nvPr>
            <p:ph type="sldNum" sz="quarter" idx="5"/>
          </p:nvPr>
        </p:nvSpPr>
        <p:spPr/>
        <p:txBody>
          <a:bodyPr/>
          <a:lstStyle/>
          <a:p>
            <a:fld id="{B4008EB6-D09E-4580-8CD6-DDB14511944F}" type="slidenum">
              <a:rPr lang="en-US" smtClean="0"/>
            </a:fld>
            <a:endParaRPr lang="en-US"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Header Placeholder 3"/>
          <p:cNvSpPr>
            <a:spLocks noGrp="1"/>
          </p:cNvSpPr>
          <p:nvPr>
            <p:ph type="hdr" sz="quarter"/>
          </p:nvPr>
        </p:nvSpPr>
        <p:spPr/>
        <p:txBody>
          <a:bodyPr/>
          <a:lstStyle/>
          <a:p>
            <a:endParaRPr lang="en-US" dirty="0"/>
          </a:p>
        </p:txBody>
      </p:sp>
      <p:sp>
        <p:nvSpPr>
          <p:cNvPr id="5" name="Footer Placeholder 4"/>
          <p:cNvSpPr>
            <a:spLocks noGrp="1"/>
          </p:cNvSpPr>
          <p:nvPr>
            <p:ph type="ftr" sz="quarter" idx="4"/>
          </p:nvPr>
        </p:nvSpPr>
        <p:spPr/>
        <p:txBody>
          <a:bodyPr/>
          <a:lstStyle/>
          <a:p>
            <a:pPr defTabSz="914400" eaLnBrk="0" hangingPunct="0"/>
            <a:r>
              <a:rPr lang="en-US" sz="400" dirty="0">
                <a:gradFill>
                  <a:gsLst>
                    <a:gs pos="0">
                      <a:prstClr val="black"/>
                    </a:gs>
                    <a:gs pos="100000">
                      <a:prstClr val="black"/>
                    </a:gs>
                  </a:gsLst>
                  <a:lin ang="5400000" scaled="0"/>
                </a:gradFill>
                <a:latin typeface="Segoe UI" panose="020B0502040204020203" pitchFamily="34" charset="0"/>
                <a:ea typeface="Segoe UI" panose="020B0502040204020203" pitchFamily="34" charset="0"/>
                <a:cs typeface="Segoe UI" panose="020B0502040204020203" pitchFamily="34" charset="0"/>
              </a:rPr>
              <a:t>© Microsoft Corporation. All rights reserved. MICROSOFT MAKES NO WARRANTIES, EXPRESS, IMPLIED OR STATUTORY, AS TO THE INFORMATION IN THIS PRESENTATION.</a:t>
            </a:r>
            <a:endParaRPr lang="en-US" sz="400" dirty="0">
              <a:gradFill>
                <a:gsLst>
                  <a:gs pos="0">
                    <a:prstClr val="black"/>
                  </a:gs>
                  <a:gs pos="100000">
                    <a:prstClr val="black"/>
                  </a:gs>
                </a:gsLst>
                <a:lin ang="5400000" scaled="0"/>
              </a:gradFill>
              <a:latin typeface="Segoe UI" panose="020B0502040204020203" pitchFamily="34" charset="0"/>
              <a:ea typeface="Segoe UI" panose="020B0502040204020203" pitchFamily="34" charset="0"/>
              <a:cs typeface="Segoe UI" panose="020B0502040204020203" pitchFamily="34" charset="0"/>
            </a:endParaRPr>
          </a:p>
        </p:txBody>
      </p:sp>
      <p:sp>
        <p:nvSpPr>
          <p:cNvPr id="6" name="Date Placeholder 5"/>
          <p:cNvSpPr>
            <a:spLocks noGrp="1"/>
          </p:cNvSpPr>
          <p:nvPr>
            <p:ph type="dt" idx="1"/>
          </p:nvPr>
        </p:nvSpPr>
        <p:spPr/>
        <p:txBody>
          <a:bodyPr/>
          <a:lstStyle/>
          <a:p>
            <a:fld id="{386CE63F-9E7F-4C04-9D0D-FCA25A8E9E86}" type="datetime8">
              <a:rPr lang="en-US" smtClean="0"/>
            </a:fld>
            <a:endParaRPr lang="en-US" dirty="0"/>
          </a:p>
        </p:txBody>
      </p:sp>
      <p:sp>
        <p:nvSpPr>
          <p:cNvPr id="7" name="Slide Number Placeholder 6"/>
          <p:cNvSpPr>
            <a:spLocks noGrp="1"/>
          </p:cNvSpPr>
          <p:nvPr>
            <p:ph type="sldNum" sz="quarter" idx="5"/>
          </p:nvPr>
        </p:nvSpPr>
        <p:spPr/>
        <p:txBody>
          <a:bodyPr/>
          <a:lstStyle/>
          <a:p>
            <a:fld id="{B4008EB6-D09E-4580-8CD6-DDB14511944F}" type="slidenum">
              <a:rPr lang="en-US" smtClean="0"/>
            </a:fld>
            <a:endParaRPr lang="en-US" dirty="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Header Placeholder 3"/>
          <p:cNvSpPr>
            <a:spLocks noGrp="1"/>
          </p:cNvSpPr>
          <p:nvPr>
            <p:ph type="hdr" sz="quarter" idx="10"/>
          </p:nvPr>
        </p:nvSpPr>
        <p:spPr/>
        <p:txBody>
          <a:bodyPr/>
          <a:lstStyle/>
          <a:p>
            <a:endParaRPr lang="en-US" dirty="0"/>
          </a:p>
        </p:txBody>
      </p:sp>
      <p:sp>
        <p:nvSpPr>
          <p:cNvPr id="5" name="Footer Placeholder 4"/>
          <p:cNvSpPr>
            <a:spLocks noGrp="1"/>
          </p:cNvSpPr>
          <p:nvPr>
            <p:ph type="ftr" sz="quarter" idx="11"/>
          </p:nvPr>
        </p:nvSpPr>
        <p:spPr/>
        <p:txBody>
          <a:bodyPr/>
          <a:lstStyle/>
          <a:p>
            <a:pPr defTabSz="914400" eaLnBrk="0" hangingPunct="0"/>
            <a:r>
              <a:rPr lang="en-US" sz="400" dirty="0">
                <a:gradFill>
                  <a:gsLst>
                    <a:gs pos="0">
                      <a:prstClr val="black"/>
                    </a:gs>
                    <a:gs pos="100000">
                      <a:prstClr val="black"/>
                    </a:gs>
                  </a:gsLst>
                  <a:lin ang="5400000" scaled="0"/>
                </a:gradFill>
                <a:latin typeface="Segoe UI" panose="020B0502040204020203" pitchFamily="34" charset="0"/>
                <a:ea typeface="Segoe UI" panose="020B0502040204020203" pitchFamily="34" charset="0"/>
                <a:cs typeface="Segoe UI" panose="020B0502040204020203" pitchFamily="34" charset="0"/>
              </a:rPr>
              <a:t>© Microsoft Corporation. All rights reserved. MICROSOFT MAKES NO WARRANTIES, EXPRESS, IMPLIED OR STATUTORY, AS TO THE INFORMATION IN THIS PRESENTATION.</a:t>
            </a:r>
            <a:endParaRPr lang="en-US" sz="400" dirty="0">
              <a:gradFill>
                <a:gsLst>
                  <a:gs pos="0">
                    <a:prstClr val="black"/>
                  </a:gs>
                  <a:gs pos="100000">
                    <a:prstClr val="black"/>
                  </a:gs>
                </a:gsLst>
                <a:lin ang="5400000" scaled="0"/>
              </a:gradFill>
              <a:latin typeface="Segoe UI" panose="020B0502040204020203" pitchFamily="34" charset="0"/>
              <a:ea typeface="Segoe UI" panose="020B0502040204020203" pitchFamily="34" charset="0"/>
              <a:cs typeface="Segoe UI" panose="020B0502040204020203" pitchFamily="34" charset="0"/>
            </a:endParaRPr>
          </a:p>
        </p:txBody>
      </p:sp>
      <p:sp>
        <p:nvSpPr>
          <p:cNvPr id="6" name="Date Placeholder 5"/>
          <p:cNvSpPr>
            <a:spLocks noGrp="1"/>
          </p:cNvSpPr>
          <p:nvPr>
            <p:ph type="dt" idx="12"/>
          </p:nvPr>
        </p:nvSpPr>
        <p:spPr/>
        <p:txBody>
          <a:bodyPr/>
          <a:lstStyle/>
          <a:p>
            <a:fld id="{9427A7F7-BB1E-479D-AFAA-B52F4D0C99F2}" type="datetime8">
              <a:rPr lang="en-US" smtClean="0"/>
            </a:fld>
            <a:endParaRPr lang="en-US" dirty="0"/>
          </a:p>
        </p:txBody>
      </p:sp>
      <p:sp>
        <p:nvSpPr>
          <p:cNvPr id="7" name="Slide Number Placeholder 6"/>
          <p:cNvSpPr>
            <a:spLocks noGrp="1"/>
          </p:cNvSpPr>
          <p:nvPr>
            <p:ph type="sldNum" sz="quarter" idx="13"/>
          </p:nvPr>
        </p:nvSpPr>
        <p:spPr/>
        <p:txBody>
          <a:bodyPr/>
          <a:lstStyle/>
          <a:p>
            <a:fld id="{B4008EB6-D09E-4580-8CD6-DDB14511944F}" type="slidenum">
              <a:rPr lang="en-US" smtClean="0"/>
            </a:fld>
            <a:endParaRPr lang="en-US" dirty="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Header Placeholder 3"/>
          <p:cNvSpPr>
            <a:spLocks noGrp="1"/>
          </p:cNvSpPr>
          <p:nvPr>
            <p:ph type="hdr" sz="quarter"/>
          </p:nvPr>
        </p:nvSpPr>
        <p:spPr/>
        <p:txBody>
          <a:bodyPr/>
          <a:lstStyle/>
          <a:p>
            <a:endParaRPr lang="en-US" dirty="0"/>
          </a:p>
        </p:txBody>
      </p:sp>
      <p:sp>
        <p:nvSpPr>
          <p:cNvPr id="5" name="Footer Placeholder 4"/>
          <p:cNvSpPr>
            <a:spLocks noGrp="1"/>
          </p:cNvSpPr>
          <p:nvPr>
            <p:ph type="ftr" sz="quarter" idx="4"/>
          </p:nvPr>
        </p:nvSpPr>
        <p:spPr/>
        <p:txBody>
          <a:bodyPr/>
          <a:lstStyle/>
          <a:p>
            <a:pPr defTabSz="914400" eaLnBrk="0" hangingPunct="0"/>
            <a:r>
              <a:rPr lang="en-US" sz="400" dirty="0">
                <a:gradFill>
                  <a:gsLst>
                    <a:gs pos="0">
                      <a:prstClr val="black"/>
                    </a:gs>
                    <a:gs pos="100000">
                      <a:prstClr val="black"/>
                    </a:gs>
                  </a:gsLst>
                  <a:lin ang="5400000" scaled="0"/>
                </a:gradFill>
                <a:latin typeface="Segoe UI" panose="020B0502040204020203" pitchFamily="34" charset="0"/>
                <a:ea typeface="Segoe UI" panose="020B0502040204020203" pitchFamily="34" charset="0"/>
                <a:cs typeface="Segoe UI" panose="020B0502040204020203" pitchFamily="34" charset="0"/>
              </a:rPr>
              <a:t>© Microsoft Corporation. All rights reserved. MICROSOFT MAKES NO WARRANTIES, EXPRESS, IMPLIED OR STATUTORY, AS TO THE INFORMATION IN THIS PRESENTATION.</a:t>
            </a:r>
            <a:endParaRPr lang="en-US" sz="400" dirty="0">
              <a:gradFill>
                <a:gsLst>
                  <a:gs pos="0">
                    <a:prstClr val="black"/>
                  </a:gs>
                  <a:gs pos="100000">
                    <a:prstClr val="black"/>
                  </a:gs>
                </a:gsLst>
                <a:lin ang="5400000" scaled="0"/>
              </a:gradFill>
              <a:latin typeface="Segoe UI" panose="020B0502040204020203" pitchFamily="34" charset="0"/>
              <a:ea typeface="Segoe UI" panose="020B0502040204020203" pitchFamily="34" charset="0"/>
              <a:cs typeface="Segoe UI" panose="020B0502040204020203" pitchFamily="34" charset="0"/>
            </a:endParaRPr>
          </a:p>
        </p:txBody>
      </p:sp>
      <p:sp>
        <p:nvSpPr>
          <p:cNvPr id="6" name="Date Placeholder 5"/>
          <p:cNvSpPr>
            <a:spLocks noGrp="1"/>
          </p:cNvSpPr>
          <p:nvPr>
            <p:ph type="dt" idx="1"/>
          </p:nvPr>
        </p:nvSpPr>
        <p:spPr/>
        <p:txBody>
          <a:bodyPr/>
          <a:lstStyle/>
          <a:p>
            <a:fld id="{386CE63F-9E7F-4C04-9D0D-FCA25A8E9E86}" type="datetime8">
              <a:rPr lang="en-US" smtClean="0"/>
            </a:fld>
            <a:endParaRPr lang="en-US" dirty="0"/>
          </a:p>
        </p:txBody>
      </p:sp>
      <p:sp>
        <p:nvSpPr>
          <p:cNvPr id="7" name="Slide Number Placeholder 6"/>
          <p:cNvSpPr>
            <a:spLocks noGrp="1"/>
          </p:cNvSpPr>
          <p:nvPr>
            <p:ph type="sldNum" sz="quarter" idx="5"/>
          </p:nvPr>
        </p:nvSpPr>
        <p:spPr/>
        <p:txBody>
          <a:bodyPr/>
          <a:lstStyle/>
          <a:p>
            <a:fld id="{B4008EB6-D09E-4580-8CD6-DDB14511944F}" type="slidenum">
              <a:rPr lang="en-US" smtClean="0"/>
            </a:fld>
            <a:endParaRPr lang="en-US" dirty="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Header Placeholder 3"/>
          <p:cNvSpPr>
            <a:spLocks noGrp="1"/>
          </p:cNvSpPr>
          <p:nvPr>
            <p:ph type="hdr" sz="quarter" idx="10"/>
          </p:nvPr>
        </p:nvSpPr>
        <p:spPr/>
        <p:txBody>
          <a:bodyPr/>
          <a:lstStyle/>
          <a:p>
            <a:endParaRPr lang="en-US" dirty="0"/>
          </a:p>
        </p:txBody>
      </p:sp>
      <p:sp>
        <p:nvSpPr>
          <p:cNvPr id="5" name="Footer Placeholder 4"/>
          <p:cNvSpPr>
            <a:spLocks noGrp="1"/>
          </p:cNvSpPr>
          <p:nvPr>
            <p:ph type="ftr" sz="quarter" idx="11"/>
          </p:nvPr>
        </p:nvSpPr>
        <p:spPr/>
        <p:txBody>
          <a:bodyPr/>
          <a:lstStyle/>
          <a:p>
            <a:pPr defTabSz="914400" eaLnBrk="0" hangingPunct="0"/>
            <a:r>
              <a:rPr lang="en-US" sz="400" dirty="0">
                <a:gradFill>
                  <a:gsLst>
                    <a:gs pos="0">
                      <a:prstClr val="black"/>
                    </a:gs>
                    <a:gs pos="100000">
                      <a:prstClr val="black"/>
                    </a:gs>
                  </a:gsLst>
                  <a:lin ang="5400000" scaled="0"/>
                </a:gradFill>
                <a:latin typeface="Segoe UI" panose="020B0502040204020203" pitchFamily="34" charset="0"/>
                <a:ea typeface="Segoe UI" panose="020B0502040204020203" pitchFamily="34" charset="0"/>
                <a:cs typeface="Segoe UI" panose="020B0502040204020203" pitchFamily="34" charset="0"/>
              </a:rPr>
              <a:t>© Microsoft Corporation. All rights reserved. MICROSOFT MAKES NO WARRANTIES, EXPRESS, IMPLIED OR STATUTORY, AS TO THE INFORMATION IN THIS PRESENTATION.</a:t>
            </a:r>
            <a:endParaRPr lang="en-US" sz="400" dirty="0">
              <a:gradFill>
                <a:gsLst>
                  <a:gs pos="0">
                    <a:prstClr val="black"/>
                  </a:gs>
                  <a:gs pos="100000">
                    <a:prstClr val="black"/>
                  </a:gs>
                </a:gsLst>
                <a:lin ang="5400000" scaled="0"/>
              </a:gradFill>
              <a:latin typeface="Segoe UI" panose="020B0502040204020203" pitchFamily="34" charset="0"/>
              <a:ea typeface="Segoe UI" panose="020B0502040204020203" pitchFamily="34" charset="0"/>
              <a:cs typeface="Segoe UI" panose="020B0502040204020203" pitchFamily="34" charset="0"/>
            </a:endParaRPr>
          </a:p>
        </p:txBody>
      </p:sp>
      <p:sp>
        <p:nvSpPr>
          <p:cNvPr id="6" name="Date Placeholder 5"/>
          <p:cNvSpPr>
            <a:spLocks noGrp="1"/>
          </p:cNvSpPr>
          <p:nvPr>
            <p:ph type="dt" idx="12"/>
          </p:nvPr>
        </p:nvSpPr>
        <p:spPr/>
        <p:txBody>
          <a:bodyPr/>
          <a:lstStyle/>
          <a:p>
            <a:fld id="{72E0C910-0166-48E0-B8EF-5071277A02A8}" type="datetime8">
              <a:rPr lang="en-US" smtClean="0"/>
            </a:fld>
            <a:endParaRPr lang="en-US" dirty="0"/>
          </a:p>
        </p:txBody>
      </p:sp>
      <p:sp>
        <p:nvSpPr>
          <p:cNvPr id="7" name="Slide Number Placeholder 6"/>
          <p:cNvSpPr>
            <a:spLocks noGrp="1"/>
          </p:cNvSpPr>
          <p:nvPr>
            <p:ph type="sldNum" sz="quarter" idx="13"/>
          </p:nvPr>
        </p:nvSpPr>
        <p:spPr/>
        <p:txBody>
          <a:bodyPr/>
          <a:lstStyle/>
          <a:p>
            <a:fld id="{B4008EB6-D09E-4580-8CD6-DDB14511944F}" type="slidenum">
              <a:rPr lang="en-US" smtClean="0"/>
            </a:fld>
            <a:endParaRPr lang="en-US" dirty="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
        <p:nvSpPr>
          <p:cNvPr id="4" name="页眉占位符 3"/>
          <p:cNvSpPr>
            <a:spLocks noGrp="1"/>
          </p:cNvSpPr>
          <p:nvPr>
            <p:ph type="hdr" sz="quarter"/>
          </p:nvPr>
        </p:nvSpPr>
        <p:spPr/>
        <p:txBody>
          <a:bodyPr/>
          <a:lstStyle/>
          <a:p>
            <a:endParaRPr lang="en-US" dirty="0"/>
          </a:p>
        </p:txBody>
      </p:sp>
      <p:sp>
        <p:nvSpPr>
          <p:cNvPr id="5" name="页脚占位符 4"/>
          <p:cNvSpPr>
            <a:spLocks noGrp="1"/>
          </p:cNvSpPr>
          <p:nvPr>
            <p:ph type="ftr" sz="quarter" idx="4"/>
          </p:nvPr>
        </p:nvSpPr>
        <p:spPr/>
        <p:txBody>
          <a:bodyPr/>
          <a:lstStyle/>
          <a:p>
            <a:pPr defTabSz="914400" eaLnBrk="0" hangingPunct="0"/>
            <a:r>
              <a:rPr lang="en-US" sz="400" dirty="0">
                <a:gradFill>
                  <a:gsLst>
                    <a:gs pos="0">
                      <a:prstClr val="black"/>
                    </a:gs>
                    <a:gs pos="100000">
                      <a:prstClr val="black"/>
                    </a:gs>
                  </a:gsLst>
                  <a:lin ang="5400000" scaled="0"/>
                </a:gradFill>
                <a:latin typeface="Segoe UI" panose="020B0502040204020203" pitchFamily="34" charset="0"/>
                <a:ea typeface="Segoe UI" panose="020B0502040204020203" pitchFamily="34" charset="0"/>
                <a:cs typeface="Segoe UI" panose="020B0502040204020203" pitchFamily="34" charset="0"/>
              </a:rPr>
              <a:t>© Microsoft Corporation. All rights reserved. MICROSOFT MAKES NO WARRANTIES, EXPRESS, IMPLIED OR STATUTORY, AS TO THE INFORMATION IN THIS PRESENTATION.</a:t>
            </a:r>
            <a:endParaRPr lang="en-US" sz="400" dirty="0">
              <a:gradFill>
                <a:gsLst>
                  <a:gs pos="0">
                    <a:prstClr val="black"/>
                  </a:gs>
                  <a:gs pos="100000">
                    <a:prstClr val="black"/>
                  </a:gs>
                </a:gsLst>
                <a:lin ang="5400000" scaled="0"/>
              </a:gradFill>
              <a:latin typeface="Segoe UI" panose="020B0502040204020203" pitchFamily="34" charset="0"/>
              <a:ea typeface="Segoe UI" panose="020B0502040204020203" pitchFamily="34" charset="0"/>
              <a:cs typeface="Segoe UI" panose="020B0502040204020203" pitchFamily="34" charset="0"/>
            </a:endParaRPr>
          </a:p>
        </p:txBody>
      </p:sp>
      <p:sp>
        <p:nvSpPr>
          <p:cNvPr id="6" name="日期占位符 5"/>
          <p:cNvSpPr>
            <a:spLocks noGrp="1"/>
          </p:cNvSpPr>
          <p:nvPr>
            <p:ph type="dt" idx="1"/>
          </p:nvPr>
        </p:nvSpPr>
        <p:spPr/>
        <p:txBody>
          <a:bodyPr/>
          <a:lstStyle/>
          <a:p>
            <a:fld id="{386CE63F-9E7F-4C04-9D0D-FCA25A8E9E86}" type="datetime8">
              <a:rPr lang="en-US" smtClean="0"/>
            </a:fld>
            <a:endParaRPr lang="en-US" dirty="0"/>
          </a:p>
        </p:txBody>
      </p:sp>
      <p:sp>
        <p:nvSpPr>
          <p:cNvPr id="7" name="灯片编号占位符 6"/>
          <p:cNvSpPr>
            <a:spLocks noGrp="1"/>
          </p:cNvSpPr>
          <p:nvPr>
            <p:ph type="sldNum" sz="quarter" idx="5"/>
          </p:nvPr>
        </p:nvSpPr>
        <p:spPr/>
        <p:txBody>
          <a:bodyPr/>
          <a:lstStyle/>
          <a:p>
            <a:fld id="{B4008EB6-D09E-4580-8CD6-DDB14511944F}" type="slidenum">
              <a:rPr lang="en-US" smtClean="0"/>
            </a:fld>
            <a:endParaRPr lang="en-US" dirty="0"/>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3.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Walkin">
    <p:spTree>
      <p:nvGrpSpPr>
        <p:cNvPr id="1" name=""/>
        <p:cNvGrpSpPr/>
        <p:nvPr/>
      </p:nvGrpSpPr>
      <p:grpSpPr>
        <a:xfrm>
          <a:off x="0" y="0"/>
          <a:ext cx="0" cy="0"/>
          <a:chOff x="0" y="0"/>
          <a:chExt cx="0" cy="0"/>
        </a:xfrm>
      </p:grpSpPr>
      <p:pic>
        <p:nvPicPr>
          <p:cNvPr id="10" name="图片 9" descr="1"/>
          <p:cNvPicPr>
            <a:picLocks noChangeAspect="1"/>
          </p:cNvPicPr>
          <p:nvPr userDrawn="1"/>
        </p:nvPicPr>
        <p:blipFill>
          <a:blip r:embed="rId2"/>
          <a:stretch>
            <a:fillRect/>
          </a:stretch>
        </p:blipFill>
        <p:spPr>
          <a:xfrm>
            <a:off x="0" y="0"/>
            <a:ext cx="12192000" cy="6858000"/>
          </a:xfrm>
          <a:prstGeom prst="rect">
            <a:avLst/>
          </a:prstGeom>
        </p:spPr>
      </p:pic>
    </p:spTree>
  </p:cSld>
  <p:clrMapOvr>
    <a:masterClrMapping/>
  </p:clrMapOvr>
  <p:transition>
    <p:fade/>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Slide 2">
    <p:bg>
      <p:bgRef idx="1001">
        <a:schemeClr val="bg2"/>
      </p:bgRef>
    </p:bg>
    <p:spTree>
      <p:nvGrpSpPr>
        <p:cNvPr id="1" name=""/>
        <p:cNvGrpSpPr/>
        <p:nvPr/>
      </p:nvGrpSpPr>
      <p:grpSpPr>
        <a:xfrm>
          <a:off x="0" y="0"/>
          <a:ext cx="0" cy="0"/>
          <a:chOff x="0" y="0"/>
          <a:chExt cx="0" cy="0"/>
        </a:xfrm>
      </p:grpSpPr>
      <p:pic>
        <p:nvPicPr>
          <p:cNvPr id="4" name="图片 3" descr="49d8e8b70b1448c415514dbff5f9cdea"/>
          <p:cNvPicPr>
            <a:picLocks noChangeAspect="1"/>
          </p:cNvPicPr>
          <p:nvPr userDrawn="1"/>
        </p:nvPicPr>
        <p:blipFill>
          <a:blip r:embed="rId2"/>
          <a:stretch>
            <a:fillRect/>
          </a:stretch>
        </p:blipFill>
        <p:spPr>
          <a:xfrm>
            <a:off x="0" y="0"/>
            <a:ext cx="12192000" cy="6858000"/>
          </a:xfrm>
          <a:prstGeom prst="rect">
            <a:avLst/>
          </a:prstGeom>
        </p:spPr>
      </p:pic>
    </p:spTree>
  </p:cSld>
  <p:clrMapOvr>
    <a:overrideClrMapping bg1="lt1" tx1="dk1" bg2="lt2" tx2="dk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Four Column Bullet with Subtitles">
    <p:spTree>
      <p:nvGrpSpPr>
        <p:cNvPr id="1" name=""/>
        <p:cNvGrpSpPr/>
        <p:nvPr/>
      </p:nvGrpSpPr>
      <p:grpSpPr>
        <a:xfrm>
          <a:off x="0" y="0"/>
          <a:ext cx="0" cy="0"/>
          <a:chOff x="0" y="0"/>
          <a:chExt cx="0" cy="0"/>
        </a:xfrm>
      </p:grpSpPr>
    </p:spTree>
  </p:cSld>
  <p:clrMapOvr>
    <a:masterClrMapping/>
  </p:clrMapOvr>
  <p:transition>
    <p:fade/>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1_Four Column Bullet with Subtitles">
    <p:spTree>
      <p:nvGrpSpPr>
        <p:cNvPr id="1" name=""/>
        <p:cNvGrpSpPr/>
        <p:nvPr/>
      </p:nvGrpSpPr>
      <p:grpSpPr>
        <a:xfrm>
          <a:off x="0" y="0"/>
          <a:ext cx="0" cy="0"/>
          <a:chOff x="0" y="0"/>
          <a:chExt cx="0" cy="0"/>
        </a:xfrm>
      </p:grpSpPr>
      <p:pic>
        <p:nvPicPr>
          <p:cNvPr id="2" name="图片 1" descr="bg3"/>
          <p:cNvPicPr>
            <a:picLocks noChangeAspect="1"/>
          </p:cNvPicPr>
          <p:nvPr userDrawn="1"/>
        </p:nvPicPr>
        <p:blipFill>
          <a:blip r:embed="rId2"/>
          <a:stretch>
            <a:fillRect/>
          </a:stretch>
        </p:blipFill>
        <p:spPr>
          <a:xfrm>
            <a:off x="2540" y="0"/>
            <a:ext cx="12186920" cy="6858000"/>
          </a:xfrm>
          <a:prstGeom prst="rect">
            <a:avLst/>
          </a:prstGeom>
        </p:spPr>
      </p:pic>
      <p:sp>
        <p:nvSpPr>
          <p:cNvPr id="4" name="Title 2"/>
          <p:cNvSpPr>
            <a:spLocks noGrp="1"/>
          </p:cNvSpPr>
          <p:nvPr>
            <p:ph type="title"/>
          </p:nvPr>
        </p:nvSpPr>
        <p:spPr>
          <a:xfrm>
            <a:off x="1019810" y="255270"/>
            <a:ext cx="10806430" cy="492125"/>
          </a:xfrm>
        </p:spPr>
        <p:txBody>
          <a:bodyPr wrap="square">
            <a:spAutoFit/>
          </a:bodyPr>
          <a:lstStyle>
            <a:lvl1pPr>
              <a:defRPr sz="3200">
                <a:latin typeface="宋体" panose="02010600030101010101" pitchFamily="2" charset="-122"/>
                <a:ea typeface="宋体" panose="02010600030101010101" pitchFamily="2" charset="-122"/>
              </a:defRPr>
            </a:lvl1pPr>
          </a:lstStyle>
          <a:p>
            <a:r>
              <a:rPr lang="en-US"/>
              <a:t>Click to edit Master title style</a:t>
            </a:r>
            <a:endParaRPr lang="en-US" dirty="0"/>
          </a:p>
        </p:txBody>
      </p:sp>
      <p:pic>
        <p:nvPicPr>
          <p:cNvPr id="3" name="图片 2" descr="2"/>
          <p:cNvPicPr>
            <a:picLocks noChangeAspect="1"/>
          </p:cNvPicPr>
          <p:nvPr userDrawn="1"/>
        </p:nvPicPr>
        <p:blipFill>
          <a:blip r:embed="rId3"/>
          <a:stretch>
            <a:fillRect/>
          </a:stretch>
        </p:blipFill>
        <p:spPr>
          <a:xfrm>
            <a:off x="-2540" y="0"/>
            <a:ext cx="12192000" cy="6858000"/>
          </a:xfrm>
          <a:prstGeom prst="rect">
            <a:avLst/>
          </a:prstGeom>
        </p:spPr>
      </p:pic>
    </p:spTree>
  </p:cSld>
  <p:clrMapOvr>
    <a:masterClrMapping/>
  </p:clrMapOvr>
  <p:transition>
    <p:fad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Title Only">
    <p:bg>
      <p:bgPr>
        <a:blipFill>
          <a:blip r:embed="rId2"/>
          <a:stretch>
            <a:fillRect/>
          </a:stretch>
        </a:blipFill>
        <a:effectLst/>
      </p:bgPr>
    </p:bg>
    <p:spTree>
      <p:nvGrpSpPr>
        <p:cNvPr id="1" name=""/>
        <p:cNvGrpSpPr/>
        <p:nvPr/>
      </p:nvGrpSpPr>
      <p:grpSpPr>
        <a:xfrm>
          <a:off x="0" y="0"/>
          <a:ext cx="0" cy="0"/>
          <a:chOff x="0" y="0"/>
          <a:chExt cx="0" cy="0"/>
        </a:xfrm>
      </p:grpSpPr>
      <p:sp>
        <p:nvSpPr>
          <p:cNvPr id="123" name="Title 2"/>
          <p:cNvSpPr>
            <a:spLocks noGrp="1"/>
          </p:cNvSpPr>
          <p:nvPr>
            <p:ph type="title"/>
          </p:nvPr>
        </p:nvSpPr>
        <p:spPr>
          <a:xfrm>
            <a:off x="588263" y="457200"/>
            <a:ext cx="11018520" cy="553998"/>
          </a:xfrm>
        </p:spPr>
        <p:txBody>
          <a:bodyPr>
            <a:spAutoFit/>
          </a:bodyPr>
          <a:lstStyle/>
          <a:p>
            <a:r>
              <a:rPr lang="en-US"/>
              <a:t>Click to edit Master title style</a:t>
            </a:r>
            <a:endParaRPr lang="en-US" dirty="0"/>
          </a:p>
        </p:txBody>
      </p:sp>
    </p:spTree>
  </p:cSld>
  <p:clrMapOvr>
    <a:masterClrMapping/>
  </p:clrMapOvr>
  <p:transition>
    <p:fade/>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p:cSld name="Two Column Bullet with Subheads">
    <p:spTree>
      <p:nvGrpSpPr>
        <p:cNvPr id="1" name=""/>
        <p:cNvGrpSpPr/>
        <p:nvPr/>
      </p:nvGrpSpPr>
      <p:grpSpPr>
        <a:xfrm>
          <a:off x="0" y="0"/>
          <a:ext cx="0" cy="0"/>
          <a:chOff x="0" y="0"/>
          <a:chExt cx="0" cy="0"/>
        </a:xfrm>
      </p:grpSpPr>
      <p:sp>
        <p:nvSpPr>
          <p:cNvPr id="2" name="Title 1"/>
          <p:cNvSpPr>
            <a:spLocks noGrp="1"/>
          </p:cNvSpPr>
          <p:nvPr>
            <p:ph type="title"/>
          </p:nvPr>
        </p:nvSpPr>
        <p:spPr>
          <a:xfrm>
            <a:off x="588263" y="457200"/>
            <a:ext cx="11018520" cy="553998"/>
          </a:xfrm>
        </p:spPr>
        <p:txBody>
          <a:bodyPr>
            <a:spAutoFit/>
          </a:bodyPr>
          <a:lstStyle>
            <a:lvl1pPr>
              <a:defRPr/>
            </a:lvl1pPr>
          </a:lstStyle>
          <a:p>
            <a:r>
              <a:rPr lang="en-US"/>
              <a:t>Click to edit Master title style</a:t>
            </a:r>
            <a:endParaRPr lang="en-US" dirty="0"/>
          </a:p>
        </p:txBody>
      </p:sp>
      <p:sp>
        <p:nvSpPr>
          <p:cNvPr id="12" name="Text Placeholder 11"/>
          <p:cNvSpPr>
            <a:spLocks noGrp="1"/>
          </p:cNvSpPr>
          <p:nvPr>
            <p:ph type="body" sz="quarter" idx="16"/>
          </p:nvPr>
        </p:nvSpPr>
        <p:spPr>
          <a:xfrm>
            <a:off x="584200" y="1436688"/>
            <a:ext cx="5219700" cy="430887"/>
          </a:xfrm>
        </p:spPr>
        <p:txBody>
          <a:bodyPr anchor="t"/>
          <a:lstStyle>
            <a:lvl1pPr marL="0" indent="0">
              <a:spcBef>
                <a:spcPts val="0"/>
              </a:spcBef>
              <a:buNone/>
              <a:defRPr sz="2800">
                <a:solidFill>
                  <a:schemeClr val="tx1"/>
                </a:solidFill>
                <a:latin typeface="+mj-lt"/>
              </a:defRPr>
            </a:lvl1pPr>
          </a:lstStyle>
          <a:p>
            <a:pPr lvl="0"/>
            <a:r>
              <a:rPr lang="en-US"/>
              <a:t>Click to edit Master text styles</a:t>
            </a:r>
            <a:endParaRPr lang="en-US"/>
          </a:p>
        </p:txBody>
      </p:sp>
      <p:sp>
        <p:nvSpPr>
          <p:cNvPr id="8" name="Text Placeholder 7"/>
          <p:cNvSpPr>
            <a:spLocks noGrp="1"/>
          </p:cNvSpPr>
          <p:nvPr>
            <p:ph type="body" sz="quarter" idx="14"/>
          </p:nvPr>
        </p:nvSpPr>
        <p:spPr>
          <a:xfrm>
            <a:off x="584200" y="2084388"/>
            <a:ext cx="5219700" cy="1612749"/>
          </a:xfrm>
        </p:spPr>
        <p:txBody>
          <a:bodyPr>
            <a:spAutoFit/>
          </a:bodyPr>
          <a:lstStyle>
            <a:lvl1pPr marL="171450" indent="-171450">
              <a:defRPr lang="en-US" sz="2400" dirty="0"/>
            </a:lvl1pPr>
            <a:lvl2pPr marL="342900" indent="-171450">
              <a:defRPr lang="en-US" dirty="0"/>
            </a:lvl2pPr>
            <a:lvl3pPr marL="514350" indent="-171450">
              <a:defRPr lang="en-US" dirty="0"/>
            </a:lvl3pPr>
            <a:lvl4pPr marL="666750" indent="-152400">
              <a:defRPr lang="en-US" dirty="0"/>
            </a:lvl4pPr>
            <a:lvl5pPr marL="793750" indent="-120650">
              <a:defRPr lang="en-US" dirty="0"/>
            </a:lvl5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13" name="Text Placeholder 11"/>
          <p:cNvSpPr>
            <a:spLocks noGrp="1"/>
          </p:cNvSpPr>
          <p:nvPr>
            <p:ph type="body" sz="quarter" idx="17"/>
          </p:nvPr>
        </p:nvSpPr>
        <p:spPr>
          <a:xfrm>
            <a:off x="6397625" y="1436688"/>
            <a:ext cx="5219700" cy="430887"/>
          </a:xfrm>
        </p:spPr>
        <p:txBody>
          <a:bodyPr anchor="t"/>
          <a:lstStyle>
            <a:lvl1pPr marL="0" indent="0">
              <a:spcBef>
                <a:spcPts val="0"/>
              </a:spcBef>
              <a:buNone/>
              <a:defRPr sz="2800">
                <a:solidFill>
                  <a:schemeClr val="tx1"/>
                </a:solidFill>
                <a:latin typeface="+mj-lt"/>
              </a:defRPr>
            </a:lvl1pPr>
          </a:lstStyle>
          <a:p>
            <a:pPr lvl="0"/>
            <a:r>
              <a:rPr lang="en-US"/>
              <a:t>Click to edit Master text styles</a:t>
            </a:r>
            <a:endParaRPr lang="en-US"/>
          </a:p>
        </p:txBody>
      </p:sp>
      <p:sp>
        <p:nvSpPr>
          <p:cNvPr id="10" name="Text Placeholder 9"/>
          <p:cNvSpPr>
            <a:spLocks noGrp="1"/>
          </p:cNvSpPr>
          <p:nvPr>
            <p:ph type="body" sz="quarter" idx="15"/>
          </p:nvPr>
        </p:nvSpPr>
        <p:spPr>
          <a:xfrm>
            <a:off x="6397625" y="2084388"/>
            <a:ext cx="5219700" cy="1612749"/>
          </a:xfrm>
        </p:spPr>
        <p:txBody>
          <a:bodyPr>
            <a:spAutoFit/>
          </a:bodyPr>
          <a:lstStyle>
            <a:lvl1pPr marL="171450" indent="-171450">
              <a:defRPr lang="en-US" sz="2400" dirty="0"/>
            </a:lvl1pPr>
            <a:lvl2pPr marL="342900" indent="-171450">
              <a:defRPr lang="en-US" dirty="0"/>
            </a:lvl2pPr>
            <a:lvl3pPr marL="514350" indent="-171450">
              <a:defRPr lang="en-US" dirty="0"/>
            </a:lvl3pPr>
            <a:lvl4pPr marL="685800" indent="-136525">
              <a:defRPr lang="en-US" dirty="0"/>
            </a:lvl4pPr>
            <a:lvl5pPr marL="793750" indent="-120650">
              <a:defRPr lang="en-US" dirty="0"/>
            </a:lvl5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Tree>
  </p:cSld>
  <p:clrMapOvr>
    <a:masterClrMapping/>
  </p:clrMapOvr>
  <p:transition>
    <p:fade/>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Walkin">
    <p:spTree>
      <p:nvGrpSpPr>
        <p:cNvPr id="1" name=""/>
        <p:cNvGrpSpPr/>
        <p:nvPr/>
      </p:nvGrpSpPr>
      <p:grpSpPr>
        <a:xfrm>
          <a:off x="0" y="0"/>
          <a:ext cx="0" cy="0"/>
          <a:chOff x="0" y="0"/>
          <a:chExt cx="0" cy="0"/>
        </a:xfrm>
      </p:grpSpPr>
      <p:pic>
        <p:nvPicPr>
          <p:cNvPr id="10" name="图片 9" descr="1"/>
          <p:cNvPicPr>
            <a:picLocks noChangeAspect="1"/>
          </p:cNvPicPr>
          <p:nvPr userDrawn="1"/>
        </p:nvPicPr>
        <p:blipFill>
          <a:blip r:embed="rId2"/>
          <a:stretch>
            <a:fillRect/>
          </a:stretch>
        </p:blipFill>
        <p:spPr>
          <a:xfrm>
            <a:off x="0" y="0"/>
            <a:ext cx="12192000" cy="6858000"/>
          </a:xfrm>
          <a:prstGeom prst="rect">
            <a:avLst/>
          </a:prstGeom>
        </p:spPr>
      </p:pic>
    </p:spTree>
  </p:cSld>
  <p:clrMapOvr>
    <a:masterClrMapping/>
  </p:clrMapOvr>
  <p:transition>
    <p:fade/>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Title Slide 2">
    <p:bg>
      <p:bgRef idx="1001">
        <a:schemeClr val="bg2"/>
      </p:bgRef>
    </p:bg>
    <p:spTree>
      <p:nvGrpSpPr>
        <p:cNvPr id="1" name=""/>
        <p:cNvGrpSpPr/>
        <p:nvPr/>
      </p:nvGrpSpPr>
      <p:grpSpPr>
        <a:xfrm>
          <a:off x="0" y="0"/>
          <a:ext cx="0" cy="0"/>
          <a:chOff x="0" y="0"/>
          <a:chExt cx="0" cy="0"/>
        </a:xfrm>
      </p:grpSpPr>
      <p:pic>
        <p:nvPicPr>
          <p:cNvPr id="4" name="图片 3" descr="49d8e8b70b1448c415514dbff5f9cdea"/>
          <p:cNvPicPr>
            <a:picLocks noChangeAspect="1"/>
          </p:cNvPicPr>
          <p:nvPr userDrawn="1"/>
        </p:nvPicPr>
        <p:blipFill>
          <a:blip r:embed="rId2"/>
          <a:stretch>
            <a:fillRect/>
          </a:stretch>
        </p:blipFill>
        <p:spPr>
          <a:xfrm>
            <a:off x="0" y="0"/>
            <a:ext cx="12192000" cy="6858000"/>
          </a:xfrm>
          <a:prstGeom prst="rect">
            <a:avLst/>
          </a:prstGeom>
        </p:spPr>
      </p:pic>
    </p:spTree>
  </p:cSld>
  <p:clrMapOvr>
    <a:overrideClrMapping bg1="lt1" tx1="dk1" bg2="lt2" tx2="dk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Masters/_rels/slideMaster1.xml.rels><?xml version="1.0" encoding="UTF-8" standalone="yes"?>
<Relationships xmlns="http://schemas.openxmlformats.org/package/2006/relationships"><Relationship Id="rId5" Type="http://schemas.openxmlformats.org/officeDocument/2006/relationships/theme" Target="../theme/theme1.xml"/><Relationship Id="rId4" Type="http://schemas.openxmlformats.org/officeDocument/2006/relationships/image" Target="../media/image4.svg"/><Relationship Id="rId3" Type="http://schemas.openxmlformats.org/officeDocument/2006/relationships/image" Target="../media/image3.png"/><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7" Type="http://schemas.openxmlformats.org/officeDocument/2006/relationships/theme" Target="../theme/theme2.xml"/><Relationship Id="rId6" Type="http://schemas.openxmlformats.org/officeDocument/2006/relationships/image" Target="../media/image4.svg"/><Relationship Id="rId5" Type="http://schemas.openxmlformats.org/officeDocument/2006/relationships/image" Target="../media/image3.png"/><Relationship Id="rId4" Type="http://schemas.openxmlformats.org/officeDocument/2006/relationships/slideLayout" Target="../slideLayouts/slideLayout6.xml"/><Relationship Id="rId3" Type="http://schemas.openxmlformats.org/officeDocument/2006/relationships/slideLayout" Target="../slideLayouts/slideLayout5.xml"/><Relationship Id="rId2" Type="http://schemas.openxmlformats.org/officeDocument/2006/relationships/slideLayout" Target="../slideLayouts/slideLayout4.xml"/><Relationship Id="rId1" Type="http://schemas.openxmlformats.org/officeDocument/2006/relationships/slideLayout" Target="../slideLayouts/slideLayout3.xml"/></Relationships>
</file>

<file path=ppt/slideMasters/_rels/slideMaster3.xml.rels><?xml version="1.0" encoding="UTF-8" standalone="yes"?>
<Relationships xmlns="http://schemas.openxmlformats.org/package/2006/relationships"><Relationship Id="rId5" Type="http://schemas.openxmlformats.org/officeDocument/2006/relationships/theme" Target="../theme/theme3.xml"/><Relationship Id="rId4" Type="http://schemas.openxmlformats.org/officeDocument/2006/relationships/image" Target="../media/image9.svg"/><Relationship Id="rId3" Type="http://schemas.openxmlformats.org/officeDocument/2006/relationships/image" Target="../media/image8.png"/><Relationship Id="rId2" Type="http://schemas.openxmlformats.org/officeDocument/2006/relationships/slideLayout" Target="../slideLayouts/slideLayout8.xml"/><Relationship Id="rId1" Type="http://schemas.openxmlformats.org/officeDocument/2006/relationships/slideLayout" Target="../slideLayouts/slideLayout7.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bwMode="blackWhite">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88263" y="457200"/>
            <a:ext cx="11018520" cy="553998"/>
          </a:xfrm>
          <a:prstGeom prst="rect">
            <a:avLst/>
          </a:prstGeom>
        </p:spPr>
        <p:txBody>
          <a:bodyPr vert="horz" wrap="square" lIns="0" tIns="0" rIns="0" bIns="0" rtlCol="0" anchor="t">
            <a:spAutoFit/>
          </a:bodyPr>
          <a:lstStyle/>
          <a:p>
            <a:r>
              <a:rPr lang="en-US"/>
              <a:t>Click to edit Master title style</a:t>
            </a:r>
            <a:endParaRPr lang="en-US" dirty="0"/>
          </a:p>
        </p:txBody>
      </p:sp>
      <p:sp>
        <p:nvSpPr>
          <p:cNvPr id="4" name="Text Placeholder 3"/>
          <p:cNvSpPr>
            <a:spLocks noGrp="1"/>
          </p:cNvSpPr>
          <p:nvPr>
            <p:ph type="body" idx="1"/>
          </p:nvPr>
        </p:nvSpPr>
        <p:spPr>
          <a:xfrm>
            <a:off x="584200" y="1435503"/>
            <a:ext cx="11018520" cy="1612749"/>
          </a:xfrm>
          <a:prstGeom prst="rect">
            <a:avLst/>
          </a:prstGeom>
        </p:spPr>
        <p:txBody>
          <a:bodyPr vert="horz" wrap="square" lIns="0" tIns="0" rIns="0" bIns="0" rtlCol="0">
            <a:spAutoFit/>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grpSp>
        <p:nvGrpSpPr>
          <p:cNvPr id="47" name="GRID" hidden="1"/>
          <p:cNvGrpSpPr/>
          <p:nvPr/>
        </p:nvGrpSpPr>
        <p:grpSpPr>
          <a:xfrm>
            <a:off x="0" y="0"/>
            <a:ext cx="12192000" cy="6858000"/>
            <a:chOff x="0" y="0"/>
            <a:chExt cx="12192000" cy="6858000"/>
          </a:xfrm>
        </p:grpSpPr>
        <p:cxnSp>
          <p:nvCxnSpPr>
            <p:cNvPr id="7" name="Straight Connector 6"/>
            <p:cNvCxnSpPr/>
            <p:nvPr/>
          </p:nvCxnSpPr>
          <p:spPr>
            <a:xfrm>
              <a:off x="0" y="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9" name="Straight Connector 8"/>
            <p:cNvCxnSpPr/>
            <p:nvPr/>
          </p:nvCxnSpPr>
          <p:spPr>
            <a:xfrm>
              <a:off x="0" y="29260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0" name="Straight Connector 9"/>
            <p:cNvCxnSpPr/>
            <p:nvPr/>
          </p:nvCxnSpPr>
          <p:spPr>
            <a:xfrm>
              <a:off x="0" y="585216"/>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1" name="Straight Connector 10"/>
            <p:cNvCxnSpPr/>
            <p:nvPr/>
          </p:nvCxnSpPr>
          <p:spPr>
            <a:xfrm>
              <a:off x="0" y="6272784"/>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2" name="Straight Connector 11"/>
            <p:cNvCxnSpPr/>
            <p:nvPr/>
          </p:nvCxnSpPr>
          <p:spPr>
            <a:xfrm>
              <a:off x="0" y="656539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3" name="Straight Connector 12"/>
            <p:cNvCxnSpPr/>
            <p:nvPr/>
          </p:nvCxnSpPr>
          <p:spPr>
            <a:xfrm>
              <a:off x="0" y="685800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4" name="Straight Connector 13"/>
            <p:cNvCxnSpPr/>
            <p:nvPr/>
          </p:nvCxnSpPr>
          <p:spPr>
            <a:xfrm>
              <a:off x="0" y="87782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5" name="Straight Connector 14"/>
            <p:cNvCxnSpPr/>
            <p:nvPr/>
          </p:nvCxnSpPr>
          <p:spPr>
            <a:xfrm>
              <a:off x="0" y="117043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6" name="Straight Connector 15"/>
            <p:cNvCxnSpPr/>
            <p:nvPr/>
          </p:nvCxnSpPr>
          <p:spPr>
            <a:xfrm>
              <a:off x="0" y="146304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7" name="Straight Connector 16"/>
            <p:cNvCxnSpPr/>
            <p:nvPr/>
          </p:nvCxnSpPr>
          <p:spPr>
            <a:xfrm>
              <a:off x="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p:nvPr/>
          </p:nvCxnSpPr>
          <p:spPr>
            <a:xfrm>
              <a:off x="585216"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9" name="Straight Connector 18"/>
            <p:cNvCxnSpPr/>
            <p:nvPr/>
          </p:nvCxnSpPr>
          <p:spPr>
            <a:xfrm>
              <a:off x="29260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0" name="Straight Connector 19"/>
            <p:cNvCxnSpPr/>
            <p:nvPr/>
          </p:nvCxnSpPr>
          <p:spPr>
            <a:xfrm>
              <a:off x="877824"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1" name="Straight Connector 20"/>
            <p:cNvCxnSpPr/>
            <p:nvPr/>
          </p:nvCxnSpPr>
          <p:spPr>
            <a:xfrm>
              <a:off x="117043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2" name="Straight Connector 21"/>
            <p:cNvCxnSpPr/>
            <p:nvPr/>
          </p:nvCxnSpPr>
          <p:spPr>
            <a:xfrm>
              <a:off x="1102156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3" name="Straight Connector 22"/>
            <p:cNvCxnSpPr/>
            <p:nvPr/>
          </p:nvCxnSpPr>
          <p:spPr>
            <a:xfrm>
              <a:off x="11606784"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4" name="Straight Connector 23"/>
            <p:cNvCxnSpPr/>
            <p:nvPr/>
          </p:nvCxnSpPr>
          <p:spPr>
            <a:xfrm>
              <a:off x="11314176"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5" name="Straight Connector 24"/>
            <p:cNvCxnSpPr/>
            <p:nvPr/>
          </p:nvCxnSpPr>
          <p:spPr>
            <a:xfrm>
              <a:off x="1189939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6" name="Straight Connector 25"/>
            <p:cNvCxnSpPr/>
            <p:nvPr/>
          </p:nvCxnSpPr>
          <p:spPr>
            <a:xfrm>
              <a:off x="1219200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7" name="Straight Connector 26"/>
            <p:cNvCxnSpPr/>
            <p:nvPr/>
          </p:nvCxnSpPr>
          <p:spPr>
            <a:xfrm>
              <a:off x="0" y="175564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8" name="Straight Connector 27"/>
            <p:cNvCxnSpPr/>
            <p:nvPr/>
          </p:nvCxnSpPr>
          <p:spPr>
            <a:xfrm>
              <a:off x="0" y="204825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9" name="Straight Connector 28"/>
            <p:cNvCxnSpPr/>
            <p:nvPr/>
          </p:nvCxnSpPr>
          <p:spPr>
            <a:xfrm>
              <a:off x="0" y="234086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0" name="Straight Connector 29"/>
            <p:cNvCxnSpPr/>
            <p:nvPr/>
          </p:nvCxnSpPr>
          <p:spPr>
            <a:xfrm>
              <a:off x="0" y="263347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1" name="Straight Connector 30"/>
            <p:cNvCxnSpPr/>
            <p:nvPr/>
          </p:nvCxnSpPr>
          <p:spPr>
            <a:xfrm>
              <a:off x="0" y="292608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2" name="Straight Connector 31"/>
            <p:cNvCxnSpPr/>
            <p:nvPr/>
          </p:nvCxnSpPr>
          <p:spPr>
            <a:xfrm>
              <a:off x="0" y="321868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3" name="Straight Connector 32"/>
            <p:cNvCxnSpPr/>
            <p:nvPr/>
          </p:nvCxnSpPr>
          <p:spPr>
            <a:xfrm>
              <a:off x="0" y="351129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9" name="Straight Connector 38"/>
            <p:cNvCxnSpPr/>
            <p:nvPr/>
          </p:nvCxnSpPr>
          <p:spPr>
            <a:xfrm>
              <a:off x="0" y="380390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0" name="Straight Connector 39"/>
            <p:cNvCxnSpPr/>
            <p:nvPr/>
          </p:nvCxnSpPr>
          <p:spPr>
            <a:xfrm>
              <a:off x="0" y="409651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1" name="Straight Connector 40"/>
            <p:cNvCxnSpPr/>
            <p:nvPr/>
          </p:nvCxnSpPr>
          <p:spPr>
            <a:xfrm>
              <a:off x="0" y="438912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2" name="Straight Connector 41"/>
            <p:cNvCxnSpPr/>
            <p:nvPr/>
          </p:nvCxnSpPr>
          <p:spPr>
            <a:xfrm>
              <a:off x="0" y="468172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3" name="Straight Connector 42"/>
            <p:cNvCxnSpPr/>
            <p:nvPr/>
          </p:nvCxnSpPr>
          <p:spPr>
            <a:xfrm>
              <a:off x="0" y="497433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4" name="Straight Connector 43"/>
            <p:cNvCxnSpPr/>
            <p:nvPr/>
          </p:nvCxnSpPr>
          <p:spPr>
            <a:xfrm>
              <a:off x="0" y="526694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5" name="Straight Connector 44"/>
            <p:cNvCxnSpPr/>
            <p:nvPr/>
          </p:nvCxnSpPr>
          <p:spPr>
            <a:xfrm>
              <a:off x="0" y="555955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6" name="Straight Connector 45"/>
            <p:cNvCxnSpPr/>
            <p:nvPr/>
          </p:nvCxnSpPr>
          <p:spPr>
            <a:xfrm>
              <a:off x="0" y="585216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grpSp>
      <p:sp>
        <p:nvSpPr>
          <p:cNvPr id="3" name=".64 square" hidden="1"/>
          <p:cNvSpPr/>
          <p:nvPr/>
        </p:nvSpPr>
        <p:spPr bwMode="auto">
          <a:xfrm>
            <a:off x="0" y="0"/>
            <a:ext cx="585216" cy="585216"/>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noAutofit/>
          </a:bodyPr>
          <a:lstStyle/>
          <a:p>
            <a:pPr algn="ctr" defTabSz="932180" fontAlgn="base">
              <a:lnSpc>
                <a:spcPct val="90000"/>
              </a:lnSpc>
              <a:spcBef>
                <a:spcPct val="0"/>
              </a:spcBef>
              <a:spcAft>
                <a:spcPct val="0"/>
              </a:spcAft>
            </a:pPr>
            <a:endParaRPr lang="en-US" sz="2400" dirty="0">
              <a:gradFill>
                <a:gsLst>
                  <a:gs pos="0">
                    <a:srgbClr val="FFFFFF"/>
                  </a:gs>
                  <a:gs pos="100000">
                    <a:srgbClr val="FFFFFF"/>
                  </a:gs>
                </a:gsLst>
                <a:lin ang="5400000" scaled="0"/>
              </a:gradFill>
              <a:ea typeface="Segoe UI" panose="020B0502040204020203" pitchFamily="34" charset="0"/>
              <a:cs typeface="Segoe UI" panose="020B0502040204020203" pitchFamily="34" charset="0"/>
            </a:endParaRPr>
          </a:p>
        </p:txBody>
      </p:sp>
      <p:sp>
        <p:nvSpPr>
          <p:cNvPr id="35" name=".32 square" hidden="1"/>
          <p:cNvSpPr/>
          <p:nvPr/>
        </p:nvSpPr>
        <p:spPr bwMode="auto">
          <a:xfrm>
            <a:off x="0" y="0"/>
            <a:ext cx="292608" cy="292608"/>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noAutofit/>
          </a:bodyPr>
          <a:lstStyle/>
          <a:p>
            <a:pPr algn="ctr" defTabSz="932180" fontAlgn="base">
              <a:lnSpc>
                <a:spcPct val="90000"/>
              </a:lnSpc>
              <a:spcBef>
                <a:spcPct val="0"/>
              </a:spcBef>
              <a:spcAft>
                <a:spcPct val="0"/>
              </a:spcAft>
            </a:pPr>
            <a:endParaRPr lang="en-US" sz="2400" dirty="0">
              <a:gradFill>
                <a:gsLst>
                  <a:gs pos="0">
                    <a:srgbClr val="FFFFFF"/>
                  </a:gs>
                  <a:gs pos="100000">
                    <a:srgbClr val="FFFFFF"/>
                  </a:gs>
                </a:gsLst>
                <a:lin ang="5400000" scaled="0"/>
              </a:gradFill>
              <a:ea typeface="Segoe UI" panose="020B0502040204020203" pitchFamily="34" charset="0"/>
              <a:cs typeface="Segoe UI" panose="020B0502040204020203" pitchFamily="34" charset="0"/>
            </a:endParaRPr>
          </a:p>
        </p:txBody>
      </p:sp>
      <p:pic>
        <p:nvPicPr>
          <p:cNvPr id="144" name="Graphic 143"/>
          <p:cNvPicPr>
            <a:picLocks noChangeAspect="1"/>
          </p:cNvPicPr>
          <p:nvPr/>
        </p:nvPicPr>
        <p:blipFill>
          <a:blip r:embed="rId3">
            <a:extLst>
              <a:ext uri="{96DAC541-7B7A-43D3-8B79-37D633B846F1}">
                <asvg:svgBlip xmlns:asvg="http://schemas.microsoft.com/office/drawing/2016/SVG/main" r:embed="rId4"/>
              </a:ext>
            </a:extLst>
          </a:blip>
          <a:srcRect/>
          <a:stretch>
            <a:fillRect/>
          </a:stretch>
        </p:blipFill>
        <p:spPr>
          <a:xfrm rot="5400000">
            <a:off x="9509919" y="2743200"/>
            <a:ext cx="6858000" cy="1371600"/>
          </a:xfrm>
          <a:prstGeom prst="rect">
            <a:avLst/>
          </a:prstGeom>
        </p:spPr>
      </p:pic>
    </p:spTree>
  </p:cSld>
  <p:clrMap bg1="lt1" tx1="dk1" bg2="lt2" tx2="dk2" accent1="accent1" accent2="accent2" accent3="accent3" accent4="accent4" accent5="accent5" accent6="accent6" hlink="hlink" folHlink="folHlink"/>
  <p:sldLayoutIdLst>
    <p:sldLayoutId id="2147483649" r:id="rId1"/>
    <p:sldLayoutId id="2147483650" r:id="rId2"/>
  </p:sldLayoutIdLst>
  <p:transition>
    <p:fade/>
  </p:transition>
  <p:hf sldNum="0" hdr="0" ftr="0" dt="0"/>
  <p:txStyles>
    <p:titleStyle>
      <a:lvl1pPr algn="l" defTabSz="932815" rtl="0" eaLnBrk="1" latinLnBrk="0" hangingPunct="1">
        <a:lnSpc>
          <a:spcPct val="100000"/>
        </a:lnSpc>
        <a:spcBef>
          <a:spcPct val="0"/>
        </a:spcBef>
        <a:buNone/>
        <a:defRPr lang="en-US" sz="3600" b="0" kern="1200" cap="none" spc="-50" baseline="0" dirty="0" smtClean="0">
          <a:ln w="3175">
            <a:noFill/>
          </a:ln>
          <a:solidFill>
            <a:schemeClr val="tx1"/>
          </a:solidFill>
          <a:effectLst/>
          <a:latin typeface="+mj-lt"/>
          <a:ea typeface="+mn-ea"/>
          <a:cs typeface="Segoe UI" panose="020B0502040204020203" pitchFamily="34" charset="0"/>
        </a:defRPr>
      </a:lvl1pPr>
    </p:titleStyle>
    <p:bodyStyle>
      <a:lvl1pPr marL="228600" marR="0" indent="-228600" algn="l" defTabSz="932815" rtl="0" eaLnBrk="1" fontAlgn="auto" latinLnBrk="0" hangingPunct="1">
        <a:lnSpc>
          <a:spcPct val="100000"/>
        </a:lnSpc>
        <a:spcBef>
          <a:spcPct val="20000"/>
        </a:spcBef>
        <a:spcAft>
          <a:spcPts val="0"/>
        </a:spcAft>
        <a:buClrTx/>
        <a:buSzPct val="90000"/>
        <a:buFont typeface="Wingdings" panose="05000000000000000000" pitchFamily="2" charset="2"/>
        <a:buChar char=""/>
        <a:defRPr sz="2800" kern="1200" spc="0" baseline="0">
          <a:solidFill>
            <a:schemeClr val="tx1"/>
          </a:solidFill>
          <a:latin typeface="+mn-lt"/>
          <a:ea typeface="+mn-ea"/>
          <a:cs typeface="Segoe UI" panose="020B0502040204020203" pitchFamily="34" charset="0"/>
        </a:defRPr>
      </a:lvl1pPr>
      <a:lvl2pPr marL="457200" marR="0" indent="-228600" algn="l" defTabSz="932815" rtl="0" eaLnBrk="1" fontAlgn="auto" latinLnBrk="0" hangingPunct="1">
        <a:lnSpc>
          <a:spcPct val="100000"/>
        </a:lnSpc>
        <a:spcBef>
          <a:spcPct val="20000"/>
        </a:spcBef>
        <a:spcAft>
          <a:spcPts val="0"/>
        </a:spcAft>
        <a:buClrTx/>
        <a:buSzPct val="90000"/>
        <a:buFont typeface="Wingdings" panose="05000000000000000000" pitchFamily="2" charset="2"/>
        <a:buChar char=""/>
        <a:defRPr sz="2000" kern="1200" spc="0" baseline="0">
          <a:solidFill>
            <a:schemeClr val="tx1"/>
          </a:solidFill>
          <a:latin typeface="+mn-lt"/>
          <a:ea typeface="+mn-ea"/>
          <a:cs typeface="+mn-cs"/>
        </a:defRPr>
      </a:lvl2pPr>
      <a:lvl3pPr marL="657225" marR="0" indent="-200025" algn="l" defTabSz="932815" rtl="0" eaLnBrk="1" fontAlgn="auto" latinLnBrk="0" hangingPunct="1">
        <a:lnSpc>
          <a:spcPct val="100000"/>
        </a:lnSpc>
        <a:spcBef>
          <a:spcPct val="20000"/>
        </a:spcBef>
        <a:spcAft>
          <a:spcPts val="0"/>
        </a:spcAft>
        <a:buClrTx/>
        <a:buSzPct val="90000"/>
        <a:buFont typeface="Wingdings" panose="05000000000000000000" pitchFamily="2" charset="2"/>
        <a:buChar char=""/>
        <a:defRPr sz="1600" kern="1200" spc="0" baseline="0">
          <a:solidFill>
            <a:schemeClr val="tx1"/>
          </a:solidFill>
          <a:latin typeface="+mn-lt"/>
          <a:ea typeface="+mn-ea"/>
          <a:cs typeface="+mn-cs"/>
        </a:defRPr>
      </a:lvl3pPr>
      <a:lvl4pPr marL="843280" marR="0" indent="-180975" algn="l" defTabSz="932815" rtl="0" eaLnBrk="1" fontAlgn="auto" latinLnBrk="0" hangingPunct="1">
        <a:lnSpc>
          <a:spcPct val="100000"/>
        </a:lnSpc>
        <a:spcBef>
          <a:spcPct val="20000"/>
        </a:spcBef>
        <a:spcAft>
          <a:spcPts val="0"/>
        </a:spcAft>
        <a:buClrTx/>
        <a:buSzPct val="90000"/>
        <a:buFont typeface="Wingdings" panose="05000000000000000000" pitchFamily="2" charset="2"/>
        <a:buChar char=""/>
        <a:defRPr sz="1400" kern="1200" spc="0" baseline="0">
          <a:solidFill>
            <a:schemeClr val="tx1"/>
          </a:solidFill>
          <a:latin typeface="+mn-lt"/>
          <a:ea typeface="+mn-ea"/>
          <a:cs typeface="+mn-cs"/>
        </a:defRPr>
      </a:lvl4pPr>
      <a:lvl5pPr marL="1024255" marR="0" indent="-168275" algn="l" defTabSz="932815" rtl="0" eaLnBrk="1" fontAlgn="auto" latinLnBrk="0" hangingPunct="1">
        <a:lnSpc>
          <a:spcPct val="100000"/>
        </a:lnSpc>
        <a:spcBef>
          <a:spcPct val="20000"/>
        </a:spcBef>
        <a:spcAft>
          <a:spcPts val="0"/>
        </a:spcAft>
        <a:buClrTx/>
        <a:buSzPct val="90000"/>
        <a:buFont typeface="Wingdings" panose="05000000000000000000" pitchFamily="2" charset="2"/>
        <a:buChar char=""/>
        <a:defRPr sz="1400" kern="1200" spc="0" baseline="0">
          <a:solidFill>
            <a:schemeClr val="tx1"/>
          </a:solidFill>
          <a:latin typeface="+mn-lt"/>
          <a:ea typeface="+mn-ea"/>
          <a:cs typeface="+mn-cs"/>
        </a:defRPr>
      </a:lvl5pPr>
      <a:lvl6pPr marL="2564765" indent="-233045" algn="l" defTabSz="932815"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3031490" indent="-233045" algn="l" defTabSz="932815"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97580" indent="-233045" algn="l" defTabSz="932815"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964305" indent="-233045" algn="l" defTabSz="932815"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32815" rtl="0" eaLnBrk="1" latinLnBrk="0" hangingPunct="1">
        <a:defRPr sz="1800" kern="1200">
          <a:solidFill>
            <a:schemeClr val="tx1"/>
          </a:solidFill>
          <a:latin typeface="+mn-lt"/>
          <a:ea typeface="+mn-ea"/>
          <a:cs typeface="+mn-cs"/>
        </a:defRPr>
      </a:lvl1pPr>
      <a:lvl2pPr marL="466090" algn="l" defTabSz="932815" rtl="0" eaLnBrk="1" latinLnBrk="0" hangingPunct="1">
        <a:defRPr sz="1800" kern="1200">
          <a:solidFill>
            <a:schemeClr val="tx1"/>
          </a:solidFill>
          <a:latin typeface="+mn-lt"/>
          <a:ea typeface="+mn-ea"/>
          <a:cs typeface="+mn-cs"/>
        </a:defRPr>
      </a:lvl2pPr>
      <a:lvl3pPr marL="932815" algn="l" defTabSz="932815" rtl="0" eaLnBrk="1" latinLnBrk="0" hangingPunct="1">
        <a:defRPr sz="1800" kern="1200">
          <a:solidFill>
            <a:schemeClr val="tx1"/>
          </a:solidFill>
          <a:latin typeface="+mn-lt"/>
          <a:ea typeface="+mn-ea"/>
          <a:cs typeface="+mn-cs"/>
        </a:defRPr>
      </a:lvl3pPr>
      <a:lvl4pPr marL="1398905" algn="l" defTabSz="932815" rtl="0" eaLnBrk="1" latinLnBrk="0" hangingPunct="1">
        <a:defRPr sz="1800" kern="1200">
          <a:solidFill>
            <a:schemeClr val="tx1"/>
          </a:solidFill>
          <a:latin typeface="+mn-lt"/>
          <a:ea typeface="+mn-ea"/>
          <a:cs typeface="+mn-cs"/>
        </a:defRPr>
      </a:lvl4pPr>
      <a:lvl5pPr marL="1865630" algn="l" defTabSz="932815" rtl="0" eaLnBrk="1" latinLnBrk="0" hangingPunct="1">
        <a:defRPr sz="1800" kern="1200">
          <a:solidFill>
            <a:schemeClr val="tx1"/>
          </a:solidFill>
          <a:latin typeface="+mn-lt"/>
          <a:ea typeface="+mn-ea"/>
          <a:cs typeface="+mn-cs"/>
        </a:defRPr>
      </a:lvl5pPr>
      <a:lvl6pPr marL="2331720" algn="l" defTabSz="932815" rtl="0" eaLnBrk="1" latinLnBrk="0" hangingPunct="1">
        <a:defRPr sz="1800" kern="1200">
          <a:solidFill>
            <a:schemeClr val="tx1"/>
          </a:solidFill>
          <a:latin typeface="+mn-lt"/>
          <a:ea typeface="+mn-ea"/>
          <a:cs typeface="+mn-cs"/>
        </a:defRPr>
      </a:lvl6pPr>
      <a:lvl7pPr marL="2798445" algn="l" defTabSz="932815" rtl="0" eaLnBrk="1" latinLnBrk="0" hangingPunct="1">
        <a:defRPr sz="1800" kern="1200">
          <a:solidFill>
            <a:schemeClr val="tx1"/>
          </a:solidFill>
          <a:latin typeface="+mn-lt"/>
          <a:ea typeface="+mn-ea"/>
          <a:cs typeface="+mn-cs"/>
        </a:defRPr>
      </a:lvl7pPr>
      <a:lvl8pPr marL="3264535" algn="l" defTabSz="932815" rtl="0" eaLnBrk="1" latinLnBrk="0" hangingPunct="1">
        <a:defRPr sz="1800" kern="1200">
          <a:solidFill>
            <a:schemeClr val="tx1"/>
          </a:solidFill>
          <a:latin typeface="+mn-lt"/>
          <a:ea typeface="+mn-ea"/>
          <a:cs typeface="+mn-cs"/>
        </a:defRPr>
      </a:lvl8pPr>
      <a:lvl9pPr marL="3731260" algn="l" defTabSz="932815"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bwMode="blackWhite">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88263" y="457200"/>
            <a:ext cx="11018520" cy="553998"/>
          </a:xfrm>
          <a:prstGeom prst="rect">
            <a:avLst/>
          </a:prstGeom>
        </p:spPr>
        <p:txBody>
          <a:bodyPr vert="horz" wrap="square" lIns="0" tIns="0" rIns="0" bIns="0" rtlCol="0" anchor="t">
            <a:spAutoFit/>
          </a:bodyPr>
          <a:lstStyle/>
          <a:p>
            <a:r>
              <a:rPr lang="en-US"/>
              <a:t>Click to edit Master title style</a:t>
            </a:r>
            <a:endParaRPr lang="en-US" dirty="0"/>
          </a:p>
        </p:txBody>
      </p:sp>
      <p:sp>
        <p:nvSpPr>
          <p:cNvPr id="4" name="Text Placeholder 3"/>
          <p:cNvSpPr>
            <a:spLocks noGrp="1"/>
          </p:cNvSpPr>
          <p:nvPr>
            <p:ph type="body" idx="1"/>
          </p:nvPr>
        </p:nvSpPr>
        <p:spPr>
          <a:xfrm>
            <a:off x="584200" y="1435503"/>
            <a:ext cx="11018520" cy="1612749"/>
          </a:xfrm>
          <a:prstGeom prst="rect">
            <a:avLst/>
          </a:prstGeom>
        </p:spPr>
        <p:txBody>
          <a:bodyPr vert="horz" wrap="square" lIns="0" tIns="0" rIns="0" bIns="0" rtlCol="0">
            <a:spAutoFit/>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grpSp>
        <p:nvGrpSpPr>
          <p:cNvPr id="47" name="GRID" hidden="1"/>
          <p:cNvGrpSpPr/>
          <p:nvPr/>
        </p:nvGrpSpPr>
        <p:grpSpPr>
          <a:xfrm>
            <a:off x="0" y="0"/>
            <a:ext cx="12192000" cy="6858000"/>
            <a:chOff x="0" y="0"/>
            <a:chExt cx="12192000" cy="6858000"/>
          </a:xfrm>
        </p:grpSpPr>
        <p:cxnSp>
          <p:nvCxnSpPr>
            <p:cNvPr id="7" name="Straight Connector 6"/>
            <p:cNvCxnSpPr/>
            <p:nvPr/>
          </p:nvCxnSpPr>
          <p:spPr>
            <a:xfrm>
              <a:off x="0" y="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9" name="Straight Connector 8"/>
            <p:cNvCxnSpPr/>
            <p:nvPr/>
          </p:nvCxnSpPr>
          <p:spPr>
            <a:xfrm>
              <a:off x="0" y="29260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0" name="Straight Connector 9"/>
            <p:cNvCxnSpPr/>
            <p:nvPr/>
          </p:nvCxnSpPr>
          <p:spPr>
            <a:xfrm>
              <a:off x="0" y="585216"/>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1" name="Straight Connector 10"/>
            <p:cNvCxnSpPr/>
            <p:nvPr/>
          </p:nvCxnSpPr>
          <p:spPr>
            <a:xfrm>
              <a:off x="0" y="6272784"/>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2" name="Straight Connector 11"/>
            <p:cNvCxnSpPr/>
            <p:nvPr/>
          </p:nvCxnSpPr>
          <p:spPr>
            <a:xfrm>
              <a:off x="0" y="656539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3" name="Straight Connector 12"/>
            <p:cNvCxnSpPr/>
            <p:nvPr/>
          </p:nvCxnSpPr>
          <p:spPr>
            <a:xfrm>
              <a:off x="0" y="685800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4" name="Straight Connector 13"/>
            <p:cNvCxnSpPr/>
            <p:nvPr/>
          </p:nvCxnSpPr>
          <p:spPr>
            <a:xfrm>
              <a:off x="0" y="87782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5" name="Straight Connector 14"/>
            <p:cNvCxnSpPr/>
            <p:nvPr/>
          </p:nvCxnSpPr>
          <p:spPr>
            <a:xfrm>
              <a:off x="0" y="117043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6" name="Straight Connector 15"/>
            <p:cNvCxnSpPr/>
            <p:nvPr/>
          </p:nvCxnSpPr>
          <p:spPr>
            <a:xfrm>
              <a:off x="0" y="146304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7" name="Straight Connector 16"/>
            <p:cNvCxnSpPr/>
            <p:nvPr/>
          </p:nvCxnSpPr>
          <p:spPr>
            <a:xfrm>
              <a:off x="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p:nvPr/>
          </p:nvCxnSpPr>
          <p:spPr>
            <a:xfrm>
              <a:off x="585216"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9" name="Straight Connector 18"/>
            <p:cNvCxnSpPr/>
            <p:nvPr/>
          </p:nvCxnSpPr>
          <p:spPr>
            <a:xfrm>
              <a:off x="29260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0" name="Straight Connector 19"/>
            <p:cNvCxnSpPr/>
            <p:nvPr/>
          </p:nvCxnSpPr>
          <p:spPr>
            <a:xfrm>
              <a:off x="877824"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1" name="Straight Connector 20"/>
            <p:cNvCxnSpPr/>
            <p:nvPr/>
          </p:nvCxnSpPr>
          <p:spPr>
            <a:xfrm>
              <a:off x="117043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2" name="Straight Connector 21"/>
            <p:cNvCxnSpPr/>
            <p:nvPr/>
          </p:nvCxnSpPr>
          <p:spPr>
            <a:xfrm>
              <a:off x="1102156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3" name="Straight Connector 22"/>
            <p:cNvCxnSpPr/>
            <p:nvPr/>
          </p:nvCxnSpPr>
          <p:spPr>
            <a:xfrm>
              <a:off x="11606784"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4" name="Straight Connector 23"/>
            <p:cNvCxnSpPr/>
            <p:nvPr/>
          </p:nvCxnSpPr>
          <p:spPr>
            <a:xfrm>
              <a:off x="11314176"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5" name="Straight Connector 24"/>
            <p:cNvCxnSpPr/>
            <p:nvPr/>
          </p:nvCxnSpPr>
          <p:spPr>
            <a:xfrm>
              <a:off x="1189939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6" name="Straight Connector 25"/>
            <p:cNvCxnSpPr/>
            <p:nvPr/>
          </p:nvCxnSpPr>
          <p:spPr>
            <a:xfrm>
              <a:off x="1219200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7" name="Straight Connector 26"/>
            <p:cNvCxnSpPr/>
            <p:nvPr/>
          </p:nvCxnSpPr>
          <p:spPr>
            <a:xfrm>
              <a:off x="0" y="175564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8" name="Straight Connector 27"/>
            <p:cNvCxnSpPr/>
            <p:nvPr/>
          </p:nvCxnSpPr>
          <p:spPr>
            <a:xfrm>
              <a:off x="0" y="204825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9" name="Straight Connector 28"/>
            <p:cNvCxnSpPr/>
            <p:nvPr/>
          </p:nvCxnSpPr>
          <p:spPr>
            <a:xfrm>
              <a:off x="0" y="234086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0" name="Straight Connector 29"/>
            <p:cNvCxnSpPr/>
            <p:nvPr/>
          </p:nvCxnSpPr>
          <p:spPr>
            <a:xfrm>
              <a:off x="0" y="263347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1" name="Straight Connector 30"/>
            <p:cNvCxnSpPr/>
            <p:nvPr/>
          </p:nvCxnSpPr>
          <p:spPr>
            <a:xfrm>
              <a:off x="0" y="292608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2" name="Straight Connector 31"/>
            <p:cNvCxnSpPr/>
            <p:nvPr/>
          </p:nvCxnSpPr>
          <p:spPr>
            <a:xfrm>
              <a:off x="0" y="321868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3" name="Straight Connector 32"/>
            <p:cNvCxnSpPr/>
            <p:nvPr/>
          </p:nvCxnSpPr>
          <p:spPr>
            <a:xfrm>
              <a:off x="0" y="351129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9" name="Straight Connector 38"/>
            <p:cNvCxnSpPr/>
            <p:nvPr/>
          </p:nvCxnSpPr>
          <p:spPr>
            <a:xfrm>
              <a:off x="0" y="380390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0" name="Straight Connector 39"/>
            <p:cNvCxnSpPr/>
            <p:nvPr/>
          </p:nvCxnSpPr>
          <p:spPr>
            <a:xfrm>
              <a:off x="0" y="409651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1" name="Straight Connector 40"/>
            <p:cNvCxnSpPr/>
            <p:nvPr/>
          </p:nvCxnSpPr>
          <p:spPr>
            <a:xfrm>
              <a:off x="0" y="438912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2" name="Straight Connector 41"/>
            <p:cNvCxnSpPr/>
            <p:nvPr/>
          </p:nvCxnSpPr>
          <p:spPr>
            <a:xfrm>
              <a:off x="0" y="468172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3" name="Straight Connector 42"/>
            <p:cNvCxnSpPr/>
            <p:nvPr/>
          </p:nvCxnSpPr>
          <p:spPr>
            <a:xfrm>
              <a:off x="0" y="497433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4" name="Straight Connector 43"/>
            <p:cNvCxnSpPr/>
            <p:nvPr/>
          </p:nvCxnSpPr>
          <p:spPr>
            <a:xfrm>
              <a:off x="0" y="526694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5" name="Straight Connector 44"/>
            <p:cNvCxnSpPr/>
            <p:nvPr/>
          </p:nvCxnSpPr>
          <p:spPr>
            <a:xfrm>
              <a:off x="0" y="555955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6" name="Straight Connector 45"/>
            <p:cNvCxnSpPr/>
            <p:nvPr/>
          </p:nvCxnSpPr>
          <p:spPr>
            <a:xfrm>
              <a:off x="0" y="585216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grpSp>
      <p:sp>
        <p:nvSpPr>
          <p:cNvPr id="3" name=".64 square" hidden="1"/>
          <p:cNvSpPr/>
          <p:nvPr/>
        </p:nvSpPr>
        <p:spPr bwMode="auto">
          <a:xfrm>
            <a:off x="0" y="0"/>
            <a:ext cx="585216" cy="585216"/>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noAutofit/>
          </a:bodyPr>
          <a:lstStyle/>
          <a:p>
            <a:pPr algn="ctr" defTabSz="932180" fontAlgn="base">
              <a:lnSpc>
                <a:spcPct val="90000"/>
              </a:lnSpc>
              <a:spcBef>
                <a:spcPct val="0"/>
              </a:spcBef>
              <a:spcAft>
                <a:spcPct val="0"/>
              </a:spcAft>
            </a:pPr>
            <a:endParaRPr lang="en-US" sz="2400" dirty="0">
              <a:gradFill>
                <a:gsLst>
                  <a:gs pos="0">
                    <a:srgbClr val="FFFFFF"/>
                  </a:gs>
                  <a:gs pos="100000">
                    <a:srgbClr val="FFFFFF"/>
                  </a:gs>
                </a:gsLst>
                <a:lin ang="5400000" scaled="0"/>
              </a:gradFill>
              <a:ea typeface="Segoe UI" panose="020B0502040204020203" pitchFamily="34" charset="0"/>
              <a:cs typeface="Segoe UI" panose="020B0502040204020203" pitchFamily="34" charset="0"/>
            </a:endParaRPr>
          </a:p>
        </p:txBody>
      </p:sp>
      <p:sp>
        <p:nvSpPr>
          <p:cNvPr id="35" name=".32 square" hidden="1"/>
          <p:cNvSpPr/>
          <p:nvPr/>
        </p:nvSpPr>
        <p:spPr bwMode="auto">
          <a:xfrm>
            <a:off x="0" y="0"/>
            <a:ext cx="292608" cy="292608"/>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noAutofit/>
          </a:bodyPr>
          <a:lstStyle/>
          <a:p>
            <a:pPr algn="ctr" defTabSz="932180" fontAlgn="base">
              <a:lnSpc>
                <a:spcPct val="90000"/>
              </a:lnSpc>
              <a:spcBef>
                <a:spcPct val="0"/>
              </a:spcBef>
              <a:spcAft>
                <a:spcPct val="0"/>
              </a:spcAft>
            </a:pPr>
            <a:endParaRPr lang="en-US" sz="2400" dirty="0">
              <a:gradFill>
                <a:gsLst>
                  <a:gs pos="0">
                    <a:srgbClr val="FFFFFF"/>
                  </a:gs>
                  <a:gs pos="100000">
                    <a:srgbClr val="FFFFFF"/>
                  </a:gs>
                </a:gsLst>
                <a:lin ang="5400000" scaled="0"/>
              </a:gradFill>
              <a:ea typeface="Segoe UI" panose="020B0502040204020203" pitchFamily="34" charset="0"/>
              <a:cs typeface="Segoe UI" panose="020B0502040204020203" pitchFamily="34" charset="0"/>
            </a:endParaRPr>
          </a:p>
        </p:txBody>
      </p:sp>
      <p:pic>
        <p:nvPicPr>
          <p:cNvPr id="144" name="Graphic 143"/>
          <p:cNvPicPr>
            <a:picLocks noChangeAspect="1"/>
          </p:cNvPicPr>
          <p:nvPr/>
        </p:nvPicPr>
        <p:blipFill>
          <a:blip r:embed="rId5">
            <a:extLst>
              <a:ext uri="{96DAC541-7B7A-43D3-8B79-37D633B846F1}">
                <asvg:svgBlip xmlns:asvg="http://schemas.microsoft.com/office/drawing/2016/SVG/main" r:embed="rId6"/>
              </a:ext>
            </a:extLst>
          </a:blip>
          <a:srcRect/>
          <a:stretch>
            <a:fillRect/>
          </a:stretch>
        </p:blipFill>
        <p:spPr>
          <a:xfrm rot="5400000">
            <a:off x="9509919" y="2743200"/>
            <a:ext cx="6858000" cy="1371600"/>
          </a:xfrm>
          <a:prstGeom prst="rect">
            <a:avLst/>
          </a:prstGeom>
        </p:spPr>
      </p:pic>
    </p:spTree>
  </p:cSld>
  <p:clrMap bg1="dk1" tx1="lt1" bg2="dk2" tx2="lt2" accent1="accent1" accent2="accent2" accent3="accent3" accent4="accent4" accent5="accent5" accent6="accent6" hlink="hlink" folHlink="folHlink"/>
  <p:sldLayoutIdLst>
    <p:sldLayoutId id="2147483652" r:id="rId1"/>
    <p:sldLayoutId id="2147483653" r:id="rId2"/>
    <p:sldLayoutId id="2147483654" r:id="rId3"/>
    <p:sldLayoutId id="2147483655" r:id="rId4"/>
  </p:sldLayoutIdLst>
  <p:transition>
    <p:fade/>
  </p:transition>
  <p:hf sldNum="0" hdr="0" ftr="0" dt="0"/>
  <p:txStyles>
    <p:titleStyle>
      <a:lvl1pPr algn="l" defTabSz="932815" rtl="0" eaLnBrk="1" latinLnBrk="0" hangingPunct="1">
        <a:lnSpc>
          <a:spcPct val="100000"/>
        </a:lnSpc>
        <a:spcBef>
          <a:spcPct val="0"/>
        </a:spcBef>
        <a:buNone/>
        <a:defRPr lang="en-US" sz="3600" b="0" kern="1200" cap="none" spc="-50" baseline="0" dirty="0" smtClean="0">
          <a:ln w="3175">
            <a:noFill/>
          </a:ln>
          <a:solidFill>
            <a:schemeClr val="tx1"/>
          </a:solidFill>
          <a:effectLst/>
          <a:latin typeface="+mj-lt"/>
          <a:ea typeface="+mn-ea"/>
          <a:cs typeface="Segoe UI" panose="020B0502040204020203" pitchFamily="34" charset="0"/>
        </a:defRPr>
      </a:lvl1pPr>
    </p:titleStyle>
    <p:bodyStyle>
      <a:lvl1pPr marL="228600" marR="0" indent="-228600" algn="l" defTabSz="932815" rtl="0" eaLnBrk="1" fontAlgn="auto" latinLnBrk="0" hangingPunct="1">
        <a:lnSpc>
          <a:spcPct val="100000"/>
        </a:lnSpc>
        <a:spcBef>
          <a:spcPct val="20000"/>
        </a:spcBef>
        <a:spcAft>
          <a:spcPts val="0"/>
        </a:spcAft>
        <a:buClrTx/>
        <a:buSzPct val="90000"/>
        <a:buFont typeface="Wingdings" panose="05000000000000000000" pitchFamily="2" charset="2"/>
        <a:buChar char=""/>
        <a:defRPr sz="2800" kern="1200" spc="0" baseline="0">
          <a:solidFill>
            <a:schemeClr val="tx1"/>
          </a:solidFill>
          <a:latin typeface="+mn-lt"/>
          <a:ea typeface="+mn-ea"/>
          <a:cs typeface="Segoe UI" panose="020B0502040204020203" pitchFamily="34" charset="0"/>
        </a:defRPr>
      </a:lvl1pPr>
      <a:lvl2pPr marL="457200" marR="0" indent="-228600" algn="l" defTabSz="932815" rtl="0" eaLnBrk="1" fontAlgn="auto" latinLnBrk="0" hangingPunct="1">
        <a:lnSpc>
          <a:spcPct val="100000"/>
        </a:lnSpc>
        <a:spcBef>
          <a:spcPct val="20000"/>
        </a:spcBef>
        <a:spcAft>
          <a:spcPts val="0"/>
        </a:spcAft>
        <a:buClrTx/>
        <a:buSzPct val="90000"/>
        <a:buFont typeface="Wingdings" panose="05000000000000000000" pitchFamily="2" charset="2"/>
        <a:buChar char=""/>
        <a:defRPr sz="2000" kern="1200" spc="0" baseline="0">
          <a:solidFill>
            <a:schemeClr val="tx1"/>
          </a:solidFill>
          <a:latin typeface="+mn-lt"/>
          <a:ea typeface="+mn-ea"/>
          <a:cs typeface="+mn-cs"/>
        </a:defRPr>
      </a:lvl2pPr>
      <a:lvl3pPr marL="657225" marR="0" indent="-200025" algn="l" defTabSz="932815" rtl="0" eaLnBrk="1" fontAlgn="auto" latinLnBrk="0" hangingPunct="1">
        <a:lnSpc>
          <a:spcPct val="100000"/>
        </a:lnSpc>
        <a:spcBef>
          <a:spcPct val="20000"/>
        </a:spcBef>
        <a:spcAft>
          <a:spcPts val="0"/>
        </a:spcAft>
        <a:buClrTx/>
        <a:buSzPct val="90000"/>
        <a:buFont typeface="Wingdings" panose="05000000000000000000" pitchFamily="2" charset="2"/>
        <a:buChar char=""/>
        <a:defRPr sz="1600" kern="1200" spc="0" baseline="0">
          <a:solidFill>
            <a:schemeClr val="tx1"/>
          </a:solidFill>
          <a:latin typeface="+mn-lt"/>
          <a:ea typeface="+mn-ea"/>
          <a:cs typeface="+mn-cs"/>
        </a:defRPr>
      </a:lvl3pPr>
      <a:lvl4pPr marL="843280" marR="0" indent="-180975" algn="l" defTabSz="932815" rtl="0" eaLnBrk="1" fontAlgn="auto" latinLnBrk="0" hangingPunct="1">
        <a:lnSpc>
          <a:spcPct val="100000"/>
        </a:lnSpc>
        <a:spcBef>
          <a:spcPct val="20000"/>
        </a:spcBef>
        <a:spcAft>
          <a:spcPts val="0"/>
        </a:spcAft>
        <a:buClrTx/>
        <a:buSzPct val="90000"/>
        <a:buFont typeface="Wingdings" panose="05000000000000000000" pitchFamily="2" charset="2"/>
        <a:buChar char=""/>
        <a:defRPr sz="1400" kern="1200" spc="0" baseline="0">
          <a:solidFill>
            <a:schemeClr val="tx1"/>
          </a:solidFill>
          <a:latin typeface="+mn-lt"/>
          <a:ea typeface="+mn-ea"/>
          <a:cs typeface="+mn-cs"/>
        </a:defRPr>
      </a:lvl4pPr>
      <a:lvl5pPr marL="1024255" marR="0" indent="-168275" algn="l" defTabSz="932815" rtl="0" eaLnBrk="1" fontAlgn="auto" latinLnBrk="0" hangingPunct="1">
        <a:lnSpc>
          <a:spcPct val="100000"/>
        </a:lnSpc>
        <a:spcBef>
          <a:spcPct val="20000"/>
        </a:spcBef>
        <a:spcAft>
          <a:spcPts val="0"/>
        </a:spcAft>
        <a:buClrTx/>
        <a:buSzPct val="90000"/>
        <a:buFont typeface="Wingdings" panose="05000000000000000000" pitchFamily="2" charset="2"/>
        <a:buChar char=""/>
        <a:defRPr sz="1400" kern="1200" spc="0" baseline="0">
          <a:solidFill>
            <a:schemeClr val="tx1"/>
          </a:solidFill>
          <a:latin typeface="+mn-lt"/>
          <a:ea typeface="+mn-ea"/>
          <a:cs typeface="+mn-cs"/>
        </a:defRPr>
      </a:lvl5pPr>
      <a:lvl6pPr marL="2564765" indent="-233045" algn="l" defTabSz="932815"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3031490" indent="-233045" algn="l" defTabSz="932815"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97580" indent="-233045" algn="l" defTabSz="932815"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964305" indent="-233045" algn="l" defTabSz="932815"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32815" rtl="0" eaLnBrk="1" latinLnBrk="0" hangingPunct="1">
        <a:defRPr sz="1800" kern="1200">
          <a:solidFill>
            <a:schemeClr val="tx1"/>
          </a:solidFill>
          <a:latin typeface="+mn-lt"/>
          <a:ea typeface="+mn-ea"/>
          <a:cs typeface="+mn-cs"/>
        </a:defRPr>
      </a:lvl1pPr>
      <a:lvl2pPr marL="466090" algn="l" defTabSz="932815" rtl="0" eaLnBrk="1" latinLnBrk="0" hangingPunct="1">
        <a:defRPr sz="1800" kern="1200">
          <a:solidFill>
            <a:schemeClr val="tx1"/>
          </a:solidFill>
          <a:latin typeface="+mn-lt"/>
          <a:ea typeface="+mn-ea"/>
          <a:cs typeface="+mn-cs"/>
        </a:defRPr>
      </a:lvl2pPr>
      <a:lvl3pPr marL="932815" algn="l" defTabSz="932815" rtl="0" eaLnBrk="1" latinLnBrk="0" hangingPunct="1">
        <a:defRPr sz="1800" kern="1200">
          <a:solidFill>
            <a:schemeClr val="tx1"/>
          </a:solidFill>
          <a:latin typeface="+mn-lt"/>
          <a:ea typeface="+mn-ea"/>
          <a:cs typeface="+mn-cs"/>
        </a:defRPr>
      </a:lvl3pPr>
      <a:lvl4pPr marL="1398905" algn="l" defTabSz="932815" rtl="0" eaLnBrk="1" latinLnBrk="0" hangingPunct="1">
        <a:defRPr sz="1800" kern="1200">
          <a:solidFill>
            <a:schemeClr val="tx1"/>
          </a:solidFill>
          <a:latin typeface="+mn-lt"/>
          <a:ea typeface="+mn-ea"/>
          <a:cs typeface="+mn-cs"/>
        </a:defRPr>
      </a:lvl4pPr>
      <a:lvl5pPr marL="1865630" algn="l" defTabSz="932815" rtl="0" eaLnBrk="1" latinLnBrk="0" hangingPunct="1">
        <a:defRPr sz="1800" kern="1200">
          <a:solidFill>
            <a:schemeClr val="tx1"/>
          </a:solidFill>
          <a:latin typeface="+mn-lt"/>
          <a:ea typeface="+mn-ea"/>
          <a:cs typeface="+mn-cs"/>
        </a:defRPr>
      </a:lvl5pPr>
      <a:lvl6pPr marL="2331720" algn="l" defTabSz="932815" rtl="0" eaLnBrk="1" latinLnBrk="0" hangingPunct="1">
        <a:defRPr sz="1800" kern="1200">
          <a:solidFill>
            <a:schemeClr val="tx1"/>
          </a:solidFill>
          <a:latin typeface="+mn-lt"/>
          <a:ea typeface="+mn-ea"/>
          <a:cs typeface="+mn-cs"/>
        </a:defRPr>
      </a:lvl6pPr>
      <a:lvl7pPr marL="2798445" algn="l" defTabSz="932815" rtl="0" eaLnBrk="1" latinLnBrk="0" hangingPunct="1">
        <a:defRPr sz="1800" kern="1200">
          <a:solidFill>
            <a:schemeClr val="tx1"/>
          </a:solidFill>
          <a:latin typeface="+mn-lt"/>
          <a:ea typeface="+mn-ea"/>
          <a:cs typeface="+mn-cs"/>
        </a:defRPr>
      </a:lvl7pPr>
      <a:lvl8pPr marL="3264535" algn="l" defTabSz="932815" rtl="0" eaLnBrk="1" latinLnBrk="0" hangingPunct="1">
        <a:defRPr sz="1800" kern="1200">
          <a:solidFill>
            <a:schemeClr val="tx1"/>
          </a:solidFill>
          <a:latin typeface="+mn-lt"/>
          <a:ea typeface="+mn-ea"/>
          <a:cs typeface="+mn-cs"/>
        </a:defRPr>
      </a:lvl8pPr>
      <a:lvl9pPr marL="3731260" algn="l" defTabSz="932815"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bwMode="blackWhite">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88263" y="457200"/>
            <a:ext cx="11018520" cy="553998"/>
          </a:xfrm>
          <a:prstGeom prst="rect">
            <a:avLst/>
          </a:prstGeom>
        </p:spPr>
        <p:txBody>
          <a:bodyPr vert="horz" wrap="square" lIns="0" tIns="0" rIns="0" bIns="0" rtlCol="0" anchor="t">
            <a:spAutoFit/>
          </a:bodyPr>
          <a:lstStyle/>
          <a:p>
            <a:r>
              <a:rPr lang="en-US"/>
              <a:t>Click to edit Master title style</a:t>
            </a:r>
            <a:endParaRPr lang="en-US" dirty="0"/>
          </a:p>
        </p:txBody>
      </p:sp>
      <p:sp>
        <p:nvSpPr>
          <p:cNvPr id="4" name="Text Placeholder 3"/>
          <p:cNvSpPr>
            <a:spLocks noGrp="1"/>
          </p:cNvSpPr>
          <p:nvPr>
            <p:ph type="body" idx="1"/>
          </p:nvPr>
        </p:nvSpPr>
        <p:spPr>
          <a:xfrm>
            <a:off x="584200" y="1435503"/>
            <a:ext cx="11018520" cy="1612749"/>
          </a:xfrm>
          <a:prstGeom prst="rect">
            <a:avLst/>
          </a:prstGeom>
        </p:spPr>
        <p:txBody>
          <a:bodyPr vert="horz" wrap="square" lIns="0" tIns="0" rIns="0" bIns="0" rtlCol="0">
            <a:spAutoFit/>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grpSp>
        <p:nvGrpSpPr>
          <p:cNvPr id="47" name="GRID" hidden="1"/>
          <p:cNvGrpSpPr/>
          <p:nvPr/>
        </p:nvGrpSpPr>
        <p:grpSpPr>
          <a:xfrm>
            <a:off x="0" y="0"/>
            <a:ext cx="12192000" cy="6858000"/>
            <a:chOff x="0" y="0"/>
            <a:chExt cx="12192000" cy="6858000"/>
          </a:xfrm>
        </p:grpSpPr>
        <p:cxnSp>
          <p:nvCxnSpPr>
            <p:cNvPr id="7" name="Straight Connector 6"/>
            <p:cNvCxnSpPr/>
            <p:nvPr/>
          </p:nvCxnSpPr>
          <p:spPr>
            <a:xfrm>
              <a:off x="0" y="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9" name="Straight Connector 8"/>
            <p:cNvCxnSpPr/>
            <p:nvPr/>
          </p:nvCxnSpPr>
          <p:spPr>
            <a:xfrm>
              <a:off x="0" y="29260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0" name="Straight Connector 9"/>
            <p:cNvCxnSpPr/>
            <p:nvPr/>
          </p:nvCxnSpPr>
          <p:spPr>
            <a:xfrm>
              <a:off x="0" y="585216"/>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1" name="Straight Connector 10"/>
            <p:cNvCxnSpPr/>
            <p:nvPr/>
          </p:nvCxnSpPr>
          <p:spPr>
            <a:xfrm>
              <a:off x="0" y="6272784"/>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2" name="Straight Connector 11"/>
            <p:cNvCxnSpPr/>
            <p:nvPr/>
          </p:nvCxnSpPr>
          <p:spPr>
            <a:xfrm>
              <a:off x="0" y="656539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3" name="Straight Connector 12"/>
            <p:cNvCxnSpPr/>
            <p:nvPr/>
          </p:nvCxnSpPr>
          <p:spPr>
            <a:xfrm>
              <a:off x="0" y="685800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4" name="Straight Connector 13"/>
            <p:cNvCxnSpPr/>
            <p:nvPr/>
          </p:nvCxnSpPr>
          <p:spPr>
            <a:xfrm>
              <a:off x="0" y="87782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5" name="Straight Connector 14"/>
            <p:cNvCxnSpPr/>
            <p:nvPr/>
          </p:nvCxnSpPr>
          <p:spPr>
            <a:xfrm>
              <a:off x="0" y="117043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6" name="Straight Connector 15"/>
            <p:cNvCxnSpPr/>
            <p:nvPr/>
          </p:nvCxnSpPr>
          <p:spPr>
            <a:xfrm>
              <a:off x="0" y="146304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7" name="Straight Connector 16"/>
            <p:cNvCxnSpPr/>
            <p:nvPr/>
          </p:nvCxnSpPr>
          <p:spPr>
            <a:xfrm>
              <a:off x="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p:nvPr/>
          </p:nvCxnSpPr>
          <p:spPr>
            <a:xfrm>
              <a:off x="585216"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9" name="Straight Connector 18"/>
            <p:cNvCxnSpPr/>
            <p:nvPr/>
          </p:nvCxnSpPr>
          <p:spPr>
            <a:xfrm>
              <a:off x="29260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0" name="Straight Connector 19"/>
            <p:cNvCxnSpPr/>
            <p:nvPr/>
          </p:nvCxnSpPr>
          <p:spPr>
            <a:xfrm>
              <a:off x="877824"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1" name="Straight Connector 20"/>
            <p:cNvCxnSpPr/>
            <p:nvPr/>
          </p:nvCxnSpPr>
          <p:spPr>
            <a:xfrm>
              <a:off x="117043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2" name="Straight Connector 21"/>
            <p:cNvCxnSpPr/>
            <p:nvPr/>
          </p:nvCxnSpPr>
          <p:spPr>
            <a:xfrm>
              <a:off x="1102156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3" name="Straight Connector 22"/>
            <p:cNvCxnSpPr/>
            <p:nvPr/>
          </p:nvCxnSpPr>
          <p:spPr>
            <a:xfrm>
              <a:off x="11606784"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4" name="Straight Connector 23"/>
            <p:cNvCxnSpPr/>
            <p:nvPr/>
          </p:nvCxnSpPr>
          <p:spPr>
            <a:xfrm>
              <a:off x="11314176"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5" name="Straight Connector 24"/>
            <p:cNvCxnSpPr/>
            <p:nvPr/>
          </p:nvCxnSpPr>
          <p:spPr>
            <a:xfrm>
              <a:off x="1189939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6" name="Straight Connector 25"/>
            <p:cNvCxnSpPr/>
            <p:nvPr/>
          </p:nvCxnSpPr>
          <p:spPr>
            <a:xfrm>
              <a:off x="1219200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7" name="Straight Connector 26"/>
            <p:cNvCxnSpPr/>
            <p:nvPr/>
          </p:nvCxnSpPr>
          <p:spPr>
            <a:xfrm>
              <a:off x="0" y="175564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8" name="Straight Connector 27"/>
            <p:cNvCxnSpPr/>
            <p:nvPr/>
          </p:nvCxnSpPr>
          <p:spPr>
            <a:xfrm>
              <a:off x="0" y="204825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9" name="Straight Connector 28"/>
            <p:cNvCxnSpPr/>
            <p:nvPr/>
          </p:nvCxnSpPr>
          <p:spPr>
            <a:xfrm>
              <a:off x="0" y="234086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0" name="Straight Connector 29"/>
            <p:cNvCxnSpPr/>
            <p:nvPr/>
          </p:nvCxnSpPr>
          <p:spPr>
            <a:xfrm>
              <a:off x="0" y="263347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1" name="Straight Connector 30"/>
            <p:cNvCxnSpPr/>
            <p:nvPr/>
          </p:nvCxnSpPr>
          <p:spPr>
            <a:xfrm>
              <a:off x="0" y="292608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2" name="Straight Connector 31"/>
            <p:cNvCxnSpPr/>
            <p:nvPr/>
          </p:nvCxnSpPr>
          <p:spPr>
            <a:xfrm>
              <a:off x="0" y="321868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3" name="Straight Connector 32"/>
            <p:cNvCxnSpPr/>
            <p:nvPr/>
          </p:nvCxnSpPr>
          <p:spPr>
            <a:xfrm>
              <a:off x="0" y="351129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9" name="Straight Connector 38"/>
            <p:cNvCxnSpPr/>
            <p:nvPr/>
          </p:nvCxnSpPr>
          <p:spPr>
            <a:xfrm>
              <a:off x="0" y="380390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0" name="Straight Connector 39"/>
            <p:cNvCxnSpPr/>
            <p:nvPr/>
          </p:nvCxnSpPr>
          <p:spPr>
            <a:xfrm>
              <a:off x="0" y="409651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1" name="Straight Connector 40"/>
            <p:cNvCxnSpPr/>
            <p:nvPr/>
          </p:nvCxnSpPr>
          <p:spPr>
            <a:xfrm>
              <a:off x="0" y="438912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2" name="Straight Connector 41"/>
            <p:cNvCxnSpPr/>
            <p:nvPr/>
          </p:nvCxnSpPr>
          <p:spPr>
            <a:xfrm>
              <a:off x="0" y="468172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3" name="Straight Connector 42"/>
            <p:cNvCxnSpPr/>
            <p:nvPr/>
          </p:nvCxnSpPr>
          <p:spPr>
            <a:xfrm>
              <a:off x="0" y="497433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4" name="Straight Connector 43"/>
            <p:cNvCxnSpPr/>
            <p:nvPr/>
          </p:nvCxnSpPr>
          <p:spPr>
            <a:xfrm>
              <a:off x="0" y="526694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5" name="Straight Connector 44"/>
            <p:cNvCxnSpPr/>
            <p:nvPr/>
          </p:nvCxnSpPr>
          <p:spPr>
            <a:xfrm>
              <a:off x="0" y="555955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6" name="Straight Connector 45"/>
            <p:cNvCxnSpPr/>
            <p:nvPr/>
          </p:nvCxnSpPr>
          <p:spPr>
            <a:xfrm>
              <a:off x="0" y="585216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grpSp>
      <p:sp>
        <p:nvSpPr>
          <p:cNvPr id="3" name=".64 square" hidden="1"/>
          <p:cNvSpPr/>
          <p:nvPr/>
        </p:nvSpPr>
        <p:spPr bwMode="auto">
          <a:xfrm>
            <a:off x="0" y="0"/>
            <a:ext cx="585216" cy="585216"/>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noAutofit/>
          </a:bodyPr>
          <a:lstStyle/>
          <a:p>
            <a:pPr algn="ctr" defTabSz="932180" fontAlgn="base">
              <a:lnSpc>
                <a:spcPct val="90000"/>
              </a:lnSpc>
              <a:spcBef>
                <a:spcPct val="0"/>
              </a:spcBef>
              <a:spcAft>
                <a:spcPct val="0"/>
              </a:spcAft>
            </a:pPr>
            <a:endParaRPr lang="en-US" sz="2400" dirty="0">
              <a:gradFill>
                <a:gsLst>
                  <a:gs pos="0">
                    <a:srgbClr val="FFFFFF"/>
                  </a:gs>
                  <a:gs pos="100000">
                    <a:srgbClr val="FFFFFF"/>
                  </a:gs>
                </a:gsLst>
                <a:lin ang="5400000" scaled="0"/>
              </a:gradFill>
              <a:ea typeface="Segoe UI" panose="020B0502040204020203" pitchFamily="34" charset="0"/>
              <a:cs typeface="Segoe UI" panose="020B0502040204020203" pitchFamily="34" charset="0"/>
            </a:endParaRPr>
          </a:p>
        </p:txBody>
      </p:sp>
      <p:sp>
        <p:nvSpPr>
          <p:cNvPr id="35" name=".32 square" hidden="1"/>
          <p:cNvSpPr/>
          <p:nvPr/>
        </p:nvSpPr>
        <p:spPr bwMode="auto">
          <a:xfrm>
            <a:off x="0" y="0"/>
            <a:ext cx="292608" cy="292608"/>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noAutofit/>
          </a:bodyPr>
          <a:lstStyle/>
          <a:p>
            <a:pPr algn="ctr" defTabSz="932180" fontAlgn="base">
              <a:lnSpc>
                <a:spcPct val="90000"/>
              </a:lnSpc>
              <a:spcBef>
                <a:spcPct val="0"/>
              </a:spcBef>
              <a:spcAft>
                <a:spcPct val="0"/>
              </a:spcAft>
            </a:pPr>
            <a:endParaRPr lang="en-US" sz="2400" dirty="0">
              <a:gradFill>
                <a:gsLst>
                  <a:gs pos="0">
                    <a:srgbClr val="FFFFFF"/>
                  </a:gs>
                  <a:gs pos="100000">
                    <a:srgbClr val="FFFFFF"/>
                  </a:gs>
                </a:gsLst>
                <a:lin ang="5400000" scaled="0"/>
              </a:gradFill>
              <a:ea typeface="Segoe UI" panose="020B0502040204020203" pitchFamily="34" charset="0"/>
              <a:cs typeface="Segoe UI" panose="020B0502040204020203" pitchFamily="34" charset="0"/>
            </a:endParaRPr>
          </a:p>
        </p:txBody>
      </p:sp>
      <p:pic>
        <p:nvPicPr>
          <p:cNvPr id="144" name="Graphic 143"/>
          <p:cNvPicPr>
            <a:picLocks noChangeAspect="1"/>
          </p:cNvPicPr>
          <p:nvPr/>
        </p:nvPicPr>
        <p:blipFill>
          <a:blip r:embed="rId3">
            <a:extLst>
              <a:ext uri="{96DAC541-7B7A-43D3-8B79-37D633B846F1}">
                <asvg:svgBlip xmlns:asvg="http://schemas.microsoft.com/office/drawing/2016/SVG/main" r:embed="rId4"/>
              </a:ext>
            </a:extLst>
          </a:blip>
          <a:srcRect/>
          <a:stretch>
            <a:fillRect/>
          </a:stretch>
        </p:blipFill>
        <p:spPr>
          <a:xfrm rot="5400000">
            <a:off x="9509919" y="2743200"/>
            <a:ext cx="6858000" cy="1371600"/>
          </a:xfrm>
          <a:prstGeom prst="rect">
            <a:avLst/>
          </a:prstGeom>
        </p:spPr>
      </p:pic>
    </p:spTree>
  </p:cSld>
  <p:clrMap bg1="lt1" tx1="dk1" bg2="lt2" tx2="dk2" accent1="accent1" accent2="accent2" accent3="accent3" accent4="accent4" accent5="accent5" accent6="accent6" hlink="hlink" folHlink="folHlink"/>
  <p:sldLayoutIdLst>
    <p:sldLayoutId id="2147483657" r:id="rId1"/>
    <p:sldLayoutId id="2147483658" r:id="rId2"/>
  </p:sldLayoutIdLst>
  <p:transition>
    <p:fade/>
  </p:transition>
  <p:hf sldNum="0" hdr="0" ftr="0" dt="0"/>
  <p:txStyles>
    <p:titleStyle>
      <a:lvl1pPr algn="l" defTabSz="932815" rtl="0" eaLnBrk="1" latinLnBrk="0" hangingPunct="1">
        <a:lnSpc>
          <a:spcPct val="100000"/>
        </a:lnSpc>
        <a:spcBef>
          <a:spcPct val="0"/>
        </a:spcBef>
        <a:buNone/>
        <a:defRPr lang="en-US" sz="3600" b="0" kern="1200" cap="none" spc="-50" baseline="0" dirty="0" smtClean="0">
          <a:ln w="3175">
            <a:noFill/>
          </a:ln>
          <a:solidFill>
            <a:schemeClr val="tx1"/>
          </a:solidFill>
          <a:effectLst/>
          <a:latin typeface="+mj-lt"/>
          <a:ea typeface="+mn-ea"/>
          <a:cs typeface="Segoe UI" panose="020B0502040204020203" pitchFamily="34" charset="0"/>
        </a:defRPr>
      </a:lvl1pPr>
    </p:titleStyle>
    <p:bodyStyle>
      <a:lvl1pPr marL="228600" marR="0" indent="-228600" algn="l" defTabSz="932815" rtl="0" eaLnBrk="1" fontAlgn="auto" latinLnBrk="0" hangingPunct="1">
        <a:lnSpc>
          <a:spcPct val="100000"/>
        </a:lnSpc>
        <a:spcBef>
          <a:spcPct val="20000"/>
        </a:spcBef>
        <a:spcAft>
          <a:spcPts val="0"/>
        </a:spcAft>
        <a:buClrTx/>
        <a:buSzPct val="90000"/>
        <a:buFont typeface="Wingdings" panose="05000000000000000000" pitchFamily="2" charset="2"/>
        <a:buChar char=""/>
        <a:defRPr sz="2800" kern="1200" spc="0" baseline="0">
          <a:solidFill>
            <a:schemeClr val="tx1"/>
          </a:solidFill>
          <a:latin typeface="+mn-lt"/>
          <a:ea typeface="+mn-ea"/>
          <a:cs typeface="Segoe UI" panose="020B0502040204020203" pitchFamily="34" charset="0"/>
        </a:defRPr>
      </a:lvl1pPr>
      <a:lvl2pPr marL="457200" marR="0" indent="-228600" algn="l" defTabSz="932815" rtl="0" eaLnBrk="1" fontAlgn="auto" latinLnBrk="0" hangingPunct="1">
        <a:lnSpc>
          <a:spcPct val="100000"/>
        </a:lnSpc>
        <a:spcBef>
          <a:spcPct val="20000"/>
        </a:spcBef>
        <a:spcAft>
          <a:spcPts val="0"/>
        </a:spcAft>
        <a:buClrTx/>
        <a:buSzPct val="90000"/>
        <a:buFont typeface="Wingdings" panose="05000000000000000000" pitchFamily="2" charset="2"/>
        <a:buChar char=""/>
        <a:defRPr sz="2000" kern="1200" spc="0" baseline="0">
          <a:solidFill>
            <a:schemeClr val="tx1"/>
          </a:solidFill>
          <a:latin typeface="+mn-lt"/>
          <a:ea typeface="+mn-ea"/>
          <a:cs typeface="+mn-cs"/>
        </a:defRPr>
      </a:lvl2pPr>
      <a:lvl3pPr marL="657225" marR="0" indent="-200025" algn="l" defTabSz="932815" rtl="0" eaLnBrk="1" fontAlgn="auto" latinLnBrk="0" hangingPunct="1">
        <a:lnSpc>
          <a:spcPct val="100000"/>
        </a:lnSpc>
        <a:spcBef>
          <a:spcPct val="20000"/>
        </a:spcBef>
        <a:spcAft>
          <a:spcPts val="0"/>
        </a:spcAft>
        <a:buClrTx/>
        <a:buSzPct val="90000"/>
        <a:buFont typeface="Wingdings" panose="05000000000000000000" pitchFamily="2" charset="2"/>
        <a:buChar char=""/>
        <a:defRPr sz="1600" kern="1200" spc="0" baseline="0">
          <a:solidFill>
            <a:schemeClr val="tx1"/>
          </a:solidFill>
          <a:latin typeface="+mn-lt"/>
          <a:ea typeface="+mn-ea"/>
          <a:cs typeface="+mn-cs"/>
        </a:defRPr>
      </a:lvl3pPr>
      <a:lvl4pPr marL="843280" marR="0" indent="-180975" algn="l" defTabSz="932815" rtl="0" eaLnBrk="1" fontAlgn="auto" latinLnBrk="0" hangingPunct="1">
        <a:lnSpc>
          <a:spcPct val="100000"/>
        </a:lnSpc>
        <a:spcBef>
          <a:spcPct val="20000"/>
        </a:spcBef>
        <a:spcAft>
          <a:spcPts val="0"/>
        </a:spcAft>
        <a:buClrTx/>
        <a:buSzPct val="90000"/>
        <a:buFont typeface="Wingdings" panose="05000000000000000000" pitchFamily="2" charset="2"/>
        <a:buChar char=""/>
        <a:defRPr sz="1400" kern="1200" spc="0" baseline="0">
          <a:solidFill>
            <a:schemeClr val="tx1"/>
          </a:solidFill>
          <a:latin typeface="+mn-lt"/>
          <a:ea typeface="+mn-ea"/>
          <a:cs typeface="+mn-cs"/>
        </a:defRPr>
      </a:lvl4pPr>
      <a:lvl5pPr marL="1024255" marR="0" indent="-168275" algn="l" defTabSz="932815" rtl="0" eaLnBrk="1" fontAlgn="auto" latinLnBrk="0" hangingPunct="1">
        <a:lnSpc>
          <a:spcPct val="100000"/>
        </a:lnSpc>
        <a:spcBef>
          <a:spcPct val="20000"/>
        </a:spcBef>
        <a:spcAft>
          <a:spcPts val="0"/>
        </a:spcAft>
        <a:buClrTx/>
        <a:buSzPct val="90000"/>
        <a:buFont typeface="Wingdings" panose="05000000000000000000" pitchFamily="2" charset="2"/>
        <a:buChar char=""/>
        <a:defRPr sz="1400" kern="1200" spc="0" baseline="0">
          <a:solidFill>
            <a:schemeClr val="tx1"/>
          </a:solidFill>
          <a:latin typeface="+mn-lt"/>
          <a:ea typeface="+mn-ea"/>
          <a:cs typeface="+mn-cs"/>
        </a:defRPr>
      </a:lvl5pPr>
      <a:lvl6pPr marL="2564765" indent="-233045" algn="l" defTabSz="932815"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3031490" indent="-233045" algn="l" defTabSz="932815"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97580" indent="-233045" algn="l" defTabSz="932815"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964305" indent="-233045" algn="l" defTabSz="932815"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32815" rtl="0" eaLnBrk="1" latinLnBrk="0" hangingPunct="1">
        <a:defRPr sz="1800" kern="1200">
          <a:solidFill>
            <a:schemeClr val="tx1"/>
          </a:solidFill>
          <a:latin typeface="+mn-lt"/>
          <a:ea typeface="+mn-ea"/>
          <a:cs typeface="+mn-cs"/>
        </a:defRPr>
      </a:lvl1pPr>
      <a:lvl2pPr marL="466090" algn="l" defTabSz="932815" rtl="0" eaLnBrk="1" latinLnBrk="0" hangingPunct="1">
        <a:defRPr sz="1800" kern="1200">
          <a:solidFill>
            <a:schemeClr val="tx1"/>
          </a:solidFill>
          <a:latin typeface="+mn-lt"/>
          <a:ea typeface="+mn-ea"/>
          <a:cs typeface="+mn-cs"/>
        </a:defRPr>
      </a:lvl2pPr>
      <a:lvl3pPr marL="932815" algn="l" defTabSz="932815" rtl="0" eaLnBrk="1" latinLnBrk="0" hangingPunct="1">
        <a:defRPr sz="1800" kern="1200">
          <a:solidFill>
            <a:schemeClr val="tx1"/>
          </a:solidFill>
          <a:latin typeface="+mn-lt"/>
          <a:ea typeface="+mn-ea"/>
          <a:cs typeface="+mn-cs"/>
        </a:defRPr>
      </a:lvl3pPr>
      <a:lvl4pPr marL="1398905" algn="l" defTabSz="932815" rtl="0" eaLnBrk="1" latinLnBrk="0" hangingPunct="1">
        <a:defRPr sz="1800" kern="1200">
          <a:solidFill>
            <a:schemeClr val="tx1"/>
          </a:solidFill>
          <a:latin typeface="+mn-lt"/>
          <a:ea typeface="+mn-ea"/>
          <a:cs typeface="+mn-cs"/>
        </a:defRPr>
      </a:lvl4pPr>
      <a:lvl5pPr marL="1865630" algn="l" defTabSz="932815" rtl="0" eaLnBrk="1" latinLnBrk="0" hangingPunct="1">
        <a:defRPr sz="1800" kern="1200">
          <a:solidFill>
            <a:schemeClr val="tx1"/>
          </a:solidFill>
          <a:latin typeface="+mn-lt"/>
          <a:ea typeface="+mn-ea"/>
          <a:cs typeface="+mn-cs"/>
        </a:defRPr>
      </a:lvl5pPr>
      <a:lvl6pPr marL="2331720" algn="l" defTabSz="932815" rtl="0" eaLnBrk="1" latinLnBrk="0" hangingPunct="1">
        <a:defRPr sz="1800" kern="1200">
          <a:solidFill>
            <a:schemeClr val="tx1"/>
          </a:solidFill>
          <a:latin typeface="+mn-lt"/>
          <a:ea typeface="+mn-ea"/>
          <a:cs typeface="+mn-cs"/>
        </a:defRPr>
      </a:lvl6pPr>
      <a:lvl7pPr marL="2798445" algn="l" defTabSz="932815" rtl="0" eaLnBrk="1" latinLnBrk="0" hangingPunct="1">
        <a:defRPr sz="1800" kern="1200">
          <a:solidFill>
            <a:schemeClr val="tx1"/>
          </a:solidFill>
          <a:latin typeface="+mn-lt"/>
          <a:ea typeface="+mn-ea"/>
          <a:cs typeface="+mn-cs"/>
        </a:defRPr>
      </a:lvl7pPr>
      <a:lvl8pPr marL="3264535" algn="l" defTabSz="932815" rtl="0" eaLnBrk="1" latinLnBrk="0" hangingPunct="1">
        <a:defRPr sz="1800" kern="1200">
          <a:solidFill>
            <a:schemeClr val="tx1"/>
          </a:solidFill>
          <a:latin typeface="+mn-lt"/>
          <a:ea typeface="+mn-ea"/>
          <a:cs typeface="+mn-cs"/>
        </a:defRPr>
      </a:lvl8pPr>
      <a:lvl9pPr marL="3731260" algn="l" defTabSz="932815"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4" Type="http://schemas.openxmlformats.org/officeDocument/2006/relationships/notesSlide" Target="../notesSlides/notesSlide1.xml"/><Relationship Id="rId3" Type="http://schemas.openxmlformats.org/officeDocument/2006/relationships/slideLayout" Target="../slideLayouts/slideLayout1.xml"/><Relationship Id="rId2" Type="http://schemas.openxmlformats.org/officeDocument/2006/relationships/image" Target="../media/image11.png"/><Relationship Id="rId1" Type="http://schemas.openxmlformats.org/officeDocument/2006/relationships/image" Target="../media/image10.pn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4.xml"/><Relationship Id="rId1" Type="http://schemas.openxmlformats.org/officeDocument/2006/relationships/image" Target="../media/image12.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标题 1"/>
          <p:cNvSpPr>
            <a:spLocks noGrp="1"/>
          </p:cNvSpPr>
          <p:nvPr>
            <p:ph type="title" idx="4294967295"/>
          </p:nvPr>
        </p:nvSpPr>
        <p:spPr>
          <a:xfrm>
            <a:off x="554355" y="457200"/>
            <a:ext cx="11018520" cy="553720"/>
          </a:xfrm>
        </p:spPr>
        <p:txBody>
          <a:bodyPr/>
          <a:lstStyle/>
          <a:p>
            <a:r>
              <a:rPr lang="zh-CN" altLang="en-US" sz="3600" dirty="0">
                <a:effectLst/>
                <a:latin typeface="微软雅黑" panose="020B0503020204020204" charset="-122"/>
                <a:ea typeface="微软雅黑" panose="020B0503020204020204" charset="-122"/>
                <a:cs typeface="微软雅黑" panose="020B0503020204020204" charset="-122"/>
              </a:rPr>
              <a:t>有关产品介绍</a:t>
            </a:r>
            <a:r>
              <a:rPr lang="en-US" altLang="zh-CN" sz="3600" dirty="0">
                <a:effectLst/>
                <a:latin typeface="微软雅黑" panose="020B0503020204020204" charset="-122"/>
                <a:ea typeface="微软雅黑" panose="020B0503020204020204" charset="-122"/>
                <a:cs typeface="微软雅黑" panose="020B0503020204020204" charset="-122"/>
              </a:rPr>
              <a:t>&amp;</a:t>
            </a:r>
            <a:r>
              <a:rPr lang="zh-CN" altLang="en-US" sz="3600" dirty="0">
                <a:effectLst/>
                <a:latin typeface="微软雅黑" panose="020B0503020204020204" charset="-122"/>
                <a:ea typeface="微软雅黑" panose="020B0503020204020204" charset="-122"/>
                <a:cs typeface="微软雅黑" panose="020B0503020204020204" charset="-122"/>
              </a:rPr>
              <a:t>路演 </a:t>
            </a:r>
            <a:r>
              <a:rPr lang="en-US" altLang="zh-CN" sz="3600" dirty="0">
                <a:effectLst/>
                <a:latin typeface="微软雅黑" panose="020B0503020204020204" charset="-122"/>
                <a:ea typeface="微软雅黑" panose="020B0503020204020204" charset="-122"/>
                <a:cs typeface="微软雅黑" panose="020B0503020204020204" charset="-122"/>
              </a:rPr>
              <a:t>PPT </a:t>
            </a:r>
            <a:r>
              <a:rPr lang="zh-CN" altLang="en-US" sz="3600" dirty="0">
                <a:effectLst/>
                <a:latin typeface="微软雅黑" panose="020B0503020204020204" charset="-122"/>
                <a:ea typeface="微软雅黑" panose="020B0503020204020204" charset="-122"/>
                <a:cs typeface="微软雅黑" panose="020B0503020204020204" charset="-122"/>
              </a:rPr>
              <a:t>演示</a:t>
            </a:r>
            <a:r>
              <a:rPr lang="zh-CN" altLang="zh-CN" sz="3600" dirty="0">
                <a:effectLst/>
                <a:latin typeface="微软雅黑" panose="020B0503020204020204" charset="-122"/>
                <a:ea typeface="微软雅黑" panose="020B0503020204020204" charset="-122"/>
                <a:cs typeface="微软雅黑" panose="020B0503020204020204" charset="-122"/>
              </a:rPr>
              <a:t>要求：</a:t>
            </a:r>
            <a:endParaRPr lang="zh-CN" altLang="en-US" dirty="0">
              <a:latin typeface="微软雅黑" panose="020B0503020204020204" charset="-122"/>
              <a:ea typeface="微软雅黑" panose="020B0503020204020204" charset="-122"/>
              <a:cs typeface="微软雅黑" panose="020B0503020204020204" charset="-122"/>
            </a:endParaRPr>
          </a:p>
        </p:txBody>
      </p:sp>
      <p:sp>
        <p:nvSpPr>
          <p:cNvPr id="4" name="文本占位符 3"/>
          <p:cNvSpPr>
            <a:spLocks noGrp="1"/>
          </p:cNvSpPr>
          <p:nvPr>
            <p:ph type="body" sz="quarter" idx="4294967295"/>
          </p:nvPr>
        </p:nvSpPr>
        <p:spPr>
          <a:xfrm>
            <a:off x="554355" y="1214755"/>
            <a:ext cx="11237595" cy="4626610"/>
          </a:xfrm>
        </p:spPr>
        <p:txBody>
          <a:bodyPr/>
          <a:lstStyle/>
          <a:p>
            <a:pPr marL="0" indent="0">
              <a:lnSpc>
                <a:spcPct val="150000"/>
              </a:lnSpc>
              <a:buSzPct val="100000"/>
              <a:buNone/>
            </a:pPr>
            <a:r>
              <a:rPr lang="zh-CN" altLang="en-US" sz="2000" b="1" dirty="0">
                <a:effectLst/>
                <a:latin typeface="+mn-ea"/>
                <a:cs typeface="Arial" panose="020B0604020202020204" pitchFamily="34" charset="0"/>
              </a:rPr>
              <a:t>作品</a:t>
            </a:r>
            <a:r>
              <a:rPr lang="en-US" altLang="zh-CN" sz="2000" b="1" dirty="0">
                <a:effectLst/>
                <a:latin typeface="+mn-ea"/>
                <a:cs typeface="Arial" panose="020B0604020202020204" pitchFamily="34" charset="0"/>
              </a:rPr>
              <a:t>PPT </a:t>
            </a:r>
            <a:r>
              <a:rPr lang="zh-CN" altLang="en-US" sz="2000" b="1" dirty="0">
                <a:effectLst/>
                <a:latin typeface="+mn-ea"/>
                <a:cs typeface="Arial" panose="020B0604020202020204" pitchFamily="34" charset="0"/>
              </a:rPr>
              <a:t>要求：</a:t>
            </a:r>
            <a:endParaRPr lang="en-US" altLang="zh-CN" sz="2000" b="1" dirty="0">
              <a:effectLst/>
              <a:latin typeface="+mn-ea"/>
              <a:cs typeface="Arial" panose="020B0604020202020204" pitchFamily="34" charset="0"/>
            </a:endParaRPr>
          </a:p>
          <a:p>
            <a:pPr>
              <a:lnSpc>
                <a:spcPct val="150000"/>
              </a:lnSpc>
              <a:buSzPct val="120000"/>
            </a:pPr>
            <a:r>
              <a:rPr lang="zh-CN" altLang="zh-CN" sz="2000" dirty="0">
                <a:effectLst/>
                <a:latin typeface="+mn-ea"/>
                <a:cs typeface="Arial" panose="020B0604020202020204" pitchFamily="34" charset="0"/>
              </a:rPr>
              <a:t>请</a:t>
            </a:r>
            <a:r>
              <a:rPr lang="zh-CN" altLang="en-US" sz="2000" dirty="0">
                <a:effectLst/>
                <a:latin typeface="+mn-ea"/>
                <a:cs typeface="Arial" panose="020B0604020202020204" pitchFamily="34" charset="0"/>
              </a:rPr>
              <a:t>使用</a:t>
            </a:r>
            <a:r>
              <a:rPr lang="zh-CN" altLang="zh-CN" sz="2000" dirty="0">
                <a:effectLst/>
                <a:latin typeface="+mn-ea"/>
                <a:cs typeface="Arial" panose="020B0604020202020204" pitchFamily="34" charset="0"/>
              </a:rPr>
              <a:t>《</a:t>
            </a:r>
            <a:r>
              <a:rPr lang="zh-CN" altLang="en-US" sz="2000" dirty="0">
                <a:effectLst/>
                <a:latin typeface="+mn-ea"/>
                <a:cs typeface="Arial" panose="020B0604020202020204" pitchFamily="34" charset="0"/>
              </a:rPr>
              <a:t>算网杯</a:t>
            </a:r>
            <a:r>
              <a:rPr lang="en-US" altLang="zh-CN" sz="2000" dirty="0">
                <a:effectLst/>
                <a:latin typeface="+mn-ea"/>
                <a:cs typeface="Arial" panose="020B0604020202020204" pitchFamily="34" charset="0"/>
              </a:rPr>
              <a:t> 2025 AIGC</a:t>
            </a:r>
            <a:r>
              <a:rPr lang="zh-CN" altLang="en-US" sz="2000" dirty="0">
                <a:effectLst/>
                <a:latin typeface="+mn-ea"/>
                <a:cs typeface="Arial" panose="020B0604020202020204" pitchFamily="34" charset="0"/>
              </a:rPr>
              <a:t>开发者大赛</a:t>
            </a:r>
            <a:r>
              <a:rPr lang="zh-CN" altLang="zh-CN" sz="2000" dirty="0">
                <a:effectLst/>
                <a:latin typeface="+mn-ea"/>
                <a:cs typeface="Arial" panose="020B0604020202020204" pitchFamily="34" charset="0"/>
              </a:rPr>
              <a:t>路演模板</a:t>
            </a:r>
            <a:r>
              <a:rPr lang="en-US" altLang="zh-CN" sz="2000" dirty="0">
                <a:effectLst/>
                <a:latin typeface="+mn-ea"/>
                <a:cs typeface="Arial" panose="020B0604020202020204" pitchFamily="34" charset="0"/>
              </a:rPr>
              <a:t>.pptx</a:t>
            </a:r>
            <a:r>
              <a:rPr lang="zh-CN" altLang="zh-CN" sz="2000" dirty="0">
                <a:effectLst/>
                <a:latin typeface="+mn-ea"/>
                <a:cs typeface="Arial" panose="020B0604020202020204" pitchFamily="34" charset="0"/>
              </a:rPr>
              <a:t>》</a:t>
            </a:r>
            <a:r>
              <a:rPr lang="zh-CN" altLang="en-US" sz="2000" dirty="0">
                <a:effectLst/>
                <a:latin typeface="+mn-ea"/>
                <a:cs typeface="Arial" panose="020B0604020202020204" pitchFamily="34" charset="0"/>
              </a:rPr>
              <a:t>。</a:t>
            </a:r>
            <a:endParaRPr lang="en-US" altLang="zh-CN" sz="2000" dirty="0">
              <a:effectLst/>
              <a:latin typeface="+mn-ea"/>
              <a:cs typeface="Arial" panose="020B0604020202020204" pitchFamily="34" charset="0"/>
            </a:endParaRPr>
          </a:p>
          <a:p>
            <a:pPr>
              <a:lnSpc>
                <a:spcPct val="150000"/>
              </a:lnSpc>
              <a:buSzPct val="120000"/>
            </a:pPr>
            <a:r>
              <a:rPr lang="zh-CN" altLang="en-US" sz="2000" dirty="0">
                <a:latin typeface="+mn-ea"/>
                <a:cs typeface="Arial" panose="020B0604020202020204" pitchFamily="34" charset="0"/>
              </a:rPr>
              <a:t>参赛队伍可对该模板进行修改增删，补充额外项目信息以及删除不涉及的内容</a:t>
            </a:r>
            <a:r>
              <a:rPr lang="en-US" altLang="zh-CN" sz="2000" dirty="0">
                <a:effectLst/>
                <a:latin typeface="+mn-ea"/>
                <a:cs typeface="Arial" panose="020B0604020202020204" pitchFamily="34" charset="0"/>
              </a:rPr>
              <a:t> </a:t>
            </a:r>
            <a:r>
              <a:rPr lang="zh-CN" altLang="en-US" sz="2000" dirty="0">
                <a:effectLst/>
                <a:latin typeface="+mn-ea"/>
                <a:cs typeface="Arial" panose="020B0604020202020204" pitchFamily="34" charset="0"/>
              </a:rPr>
              <a:t>。</a:t>
            </a:r>
            <a:endParaRPr lang="en-US" altLang="zh-CN" sz="2000" dirty="0">
              <a:effectLst/>
              <a:latin typeface="+mn-ea"/>
              <a:cs typeface="Arial" panose="020B0604020202020204" pitchFamily="34" charset="0"/>
            </a:endParaRPr>
          </a:p>
          <a:p>
            <a:pPr>
              <a:lnSpc>
                <a:spcPct val="150000"/>
              </a:lnSpc>
              <a:buSzPct val="120000"/>
            </a:pPr>
            <a:r>
              <a:rPr lang="zh-CN" altLang="en-US" sz="2000" dirty="0">
                <a:latin typeface="+mn-ea"/>
                <a:cs typeface="Arial" panose="020B0604020202020204" pitchFamily="34" charset="0"/>
              </a:rPr>
              <a:t>为路演时能够有更好的效果，建议您录制好 </a:t>
            </a:r>
            <a:r>
              <a:rPr lang="en-US" altLang="zh-CN" sz="2000" dirty="0">
                <a:latin typeface="+mn-ea"/>
                <a:cs typeface="Arial" panose="020B0604020202020204" pitchFamily="34" charset="0"/>
              </a:rPr>
              <a:t>demo </a:t>
            </a:r>
            <a:r>
              <a:rPr lang="zh-CN" altLang="en-US" sz="2000" dirty="0">
                <a:latin typeface="+mn-ea"/>
                <a:cs typeface="Arial" panose="020B0604020202020204" pitchFamily="34" charset="0"/>
              </a:rPr>
              <a:t>小视频嵌入在路演</a:t>
            </a:r>
            <a:r>
              <a:rPr lang="en-US" altLang="zh-CN" sz="2000" dirty="0">
                <a:latin typeface="+mn-ea"/>
                <a:cs typeface="Arial" panose="020B0604020202020204" pitchFamily="34" charset="0"/>
              </a:rPr>
              <a:t>PPT</a:t>
            </a:r>
            <a:r>
              <a:rPr lang="zh-CN" altLang="en-US" sz="2000" dirty="0">
                <a:latin typeface="+mn-ea"/>
                <a:cs typeface="Arial" panose="020B0604020202020204" pitchFamily="34" charset="0"/>
              </a:rPr>
              <a:t>中。</a:t>
            </a:r>
            <a:endParaRPr lang="en-US" altLang="zh-CN" sz="2000" dirty="0">
              <a:latin typeface="+mn-ea"/>
              <a:cs typeface="Arial" panose="020B0604020202020204" pitchFamily="34" charset="0"/>
            </a:endParaRPr>
          </a:p>
          <a:p>
            <a:pPr>
              <a:lnSpc>
                <a:spcPct val="150000"/>
              </a:lnSpc>
              <a:buSzPct val="120000"/>
            </a:pPr>
            <a:endParaRPr lang="zh-CN" altLang="zh-CN" sz="2000" dirty="0">
              <a:effectLst/>
              <a:latin typeface="+mn-ea"/>
              <a:cs typeface="Arial" panose="020B0604020202020204" pitchFamily="34" charset="0"/>
            </a:endParaRPr>
          </a:p>
          <a:p>
            <a:pPr marL="0" indent="0">
              <a:lnSpc>
                <a:spcPct val="150000"/>
              </a:lnSpc>
              <a:spcAft>
                <a:spcPts val="800"/>
              </a:spcAft>
              <a:buSzPct val="100000"/>
              <a:buNone/>
            </a:pPr>
            <a:r>
              <a:rPr lang="zh-CN" altLang="en-US" sz="2000" b="1" dirty="0">
                <a:effectLst/>
                <a:latin typeface="+mn-ea"/>
                <a:cs typeface="Arial" panose="020B0604020202020204" pitchFamily="34" charset="0"/>
              </a:rPr>
              <a:t>线下总决赛演示要求：</a:t>
            </a:r>
            <a:endParaRPr lang="en-US" altLang="zh-CN" sz="2000" b="1" dirty="0">
              <a:effectLst/>
              <a:latin typeface="+mn-ea"/>
              <a:cs typeface="Arial" panose="020B0604020202020204" pitchFamily="34" charset="0"/>
            </a:endParaRPr>
          </a:p>
          <a:p>
            <a:pPr>
              <a:lnSpc>
                <a:spcPct val="150000"/>
              </a:lnSpc>
              <a:spcAft>
                <a:spcPts val="800"/>
              </a:spcAft>
              <a:buSzPct val="120000"/>
            </a:pPr>
            <a:r>
              <a:rPr lang="zh-CN" altLang="zh-CN" sz="2000" dirty="0">
                <a:effectLst/>
                <a:latin typeface="+mn-ea"/>
                <a:cs typeface="Arial" panose="020B0604020202020204" pitchFamily="34" charset="0"/>
              </a:rPr>
              <a:t>每队路演时间</a:t>
            </a:r>
            <a:r>
              <a:rPr lang="zh-CN" altLang="en-US" sz="2000" dirty="0">
                <a:effectLst/>
                <a:latin typeface="+mn-ea"/>
                <a:cs typeface="Arial" panose="020B0604020202020204" pitchFamily="34" charset="0"/>
              </a:rPr>
              <a:t>为 </a:t>
            </a:r>
            <a:r>
              <a:rPr lang="en-US" altLang="zh-CN" sz="2000" dirty="0">
                <a:latin typeface="+mn-ea"/>
                <a:cs typeface="Arial" panose="020B0604020202020204" pitchFamily="34" charset="0"/>
              </a:rPr>
              <a:t>1</a:t>
            </a:r>
            <a:r>
              <a:rPr lang="en-US" altLang="zh-CN" sz="2000" dirty="0">
                <a:effectLst/>
                <a:latin typeface="+mn-ea"/>
                <a:cs typeface="Arial" panose="020B0604020202020204" pitchFamily="34" charset="0"/>
              </a:rPr>
              <a:t>0 </a:t>
            </a:r>
            <a:r>
              <a:rPr lang="zh-CN" altLang="en-US" sz="2000" dirty="0">
                <a:effectLst/>
                <a:latin typeface="+mn-ea"/>
                <a:cs typeface="Arial" panose="020B0604020202020204" pitchFamily="34" charset="0"/>
              </a:rPr>
              <a:t>分钟</a:t>
            </a:r>
            <a:r>
              <a:rPr lang="zh-CN" altLang="zh-CN" sz="2000" dirty="0">
                <a:effectLst/>
                <a:latin typeface="+mn-ea"/>
                <a:cs typeface="Arial" panose="020B0604020202020204" pitchFamily="34" charset="0"/>
              </a:rPr>
              <a:t>，包括</a:t>
            </a:r>
            <a:r>
              <a:rPr lang="zh-CN" altLang="en-US" sz="2000" dirty="0">
                <a:effectLst/>
                <a:latin typeface="+mn-ea"/>
                <a:cs typeface="Arial" panose="020B0604020202020204" pitchFamily="34" charset="0"/>
              </a:rPr>
              <a:t>您的讲解、演示 </a:t>
            </a:r>
            <a:r>
              <a:rPr lang="en-US" altLang="zh-CN" sz="2000" dirty="0">
                <a:effectLst/>
                <a:latin typeface="+mn-ea"/>
                <a:cs typeface="Arial" panose="020B0604020202020204" pitchFamily="34" charset="0"/>
              </a:rPr>
              <a:t>demo/</a:t>
            </a:r>
            <a:r>
              <a:rPr lang="zh-CN" altLang="en-US" sz="2000" dirty="0">
                <a:effectLst/>
                <a:latin typeface="+mn-ea"/>
                <a:cs typeface="Arial" panose="020B0604020202020204" pitchFamily="34" charset="0"/>
              </a:rPr>
              <a:t>播放视频和</a:t>
            </a:r>
            <a:r>
              <a:rPr lang="zh-CN" altLang="zh-CN" sz="2000" dirty="0">
                <a:effectLst/>
                <a:latin typeface="+mn-ea"/>
                <a:cs typeface="Arial" panose="020B0604020202020204" pitchFamily="34" charset="0"/>
              </a:rPr>
              <a:t>评委</a:t>
            </a:r>
            <a:r>
              <a:rPr lang="zh-CN" altLang="en-US" sz="2000" dirty="0">
                <a:effectLst/>
                <a:latin typeface="+mn-ea"/>
                <a:cs typeface="Arial" panose="020B0604020202020204" pitchFamily="34" charset="0"/>
              </a:rPr>
              <a:t>提问环节。请注意评审有权要求参赛团队现场展示部分代码或针对某些功能现场演示，请您在演示期间做好准备，我们建议您使用赛务组准备的电脑完成路演讲解，如有需要进行现场 </a:t>
            </a:r>
            <a:r>
              <a:rPr lang="en-US" altLang="zh-CN" sz="2000" dirty="0">
                <a:effectLst/>
                <a:latin typeface="+mn-ea"/>
                <a:cs typeface="Arial" panose="020B0604020202020204" pitchFamily="34" charset="0"/>
              </a:rPr>
              <a:t>demo </a:t>
            </a:r>
            <a:r>
              <a:rPr lang="zh-CN" altLang="en-US" sz="2000" dirty="0">
                <a:effectLst/>
                <a:latin typeface="+mn-ea"/>
                <a:cs typeface="Arial" panose="020B0604020202020204" pitchFamily="34" charset="0"/>
              </a:rPr>
              <a:t>可临时转接您的个人电脑</a:t>
            </a:r>
            <a:r>
              <a:rPr lang="zh-CN" altLang="zh-CN" sz="2000" dirty="0">
                <a:effectLst/>
                <a:latin typeface="+mn-ea"/>
                <a:cs typeface="Arial" panose="020B0604020202020204" pitchFamily="34" charset="0"/>
              </a:rPr>
              <a:t>。</a:t>
            </a:r>
            <a:endParaRPr lang="zh-CN" altLang="zh-CN" sz="2000" dirty="0">
              <a:effectLst/>
              <a:latin typeface="+mn-ea"/>
              <a:cs typeface="Arial" panose="020B0604020202020204" pitchFamily="34" charset="0"/>
            </a:endParaRPr>
          </a:p>
        </p:txBody>
      </p:sp>
    </p:spTree>
  </p:cSld>
  <p:clrMapOvr>
    <a:masterClrMapping/>
  </p:clrMapOvr>
  <p:transition>
    <p:fad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6"/>
          <p:cNvSpPr txBox="1"/>
          <p:nvPr/>
        </p:nvSpPr>
        <p:spPr>
          <a:xfrm>
            <a:off x="2191385" y="2298065"/>
            <a:ext cx="7853045" cy="683260"/>
          </a:xfrm>
          <a:prstGeom prst="rect">
            <a:avLst/>
          </a:prstGeom>
          <a:noFill/>
        </p:spPr>
        <p:txBody>
          <a:bodyPr/>
          <a:lstStyle>
            <a:lvl1pPr algn="l" defTabSz="932815" rtl="0" eaLnBrk="1" latinLnBrk="0" hangingPunct="1">
              <a:lnSpc>
                <a:spcPct val="100000"/>
              </a:lnSpc>
              <a:spcBef>
                <a:spcPct val="0"/>
              </a:spcBef>
              <a:buNone/>
              <a:defRPr lang="en-US" sz="3600" b="0" kern="1200" cap="none" spc="-50" baseline="0" dirty="0" smtClean="0">
                <a:ln w="3175">
                  <a:noFill/>
                </a:ln>
                <a:solidFill>
                  <a:schemeClr val="tx1"/>
                </a:solidFill>
                <a:effectLst/>
                <a:latin typeface="+mj-lt"/>
                <a:ea typeface="+mn-ea"/>
                <a:cs typeface="Segoe UI" panose="020B0502040204020203" pitchFamily="34" charset="0"/>
              </a:defRPr>
            </a:lvl1pPr>
          </a:lstStyle>
          <a:p>
            <a:pPr algn="ctr"/>
            <a:r>
              <a:rPr lang="zh-CN" altLang="en-US" sz="5400" b="1" dirty="0">
                <a:solidFill>
                  <a:schemeClr val="tx1"/>
                </a:solidFill>
                <a:latin typeface="微软雅黑" panose="020B0503020204020204" charset="-122"/>
                <a:ea typeface="微软雅黑" panose="020B0503020204020204" charset="-122"/>
              </a:rPr>
              <a:t>请输入作品标题</a:t>
            </a:r>
            <a:r>
              <a:rPr altLang="zh-CN" sz="5400" b="1" dirty="0">
                <a:solidFill>
                  <a:schemeClr val="tx1"/>
                </a:solidFill>
                <a:latin typeface="微软雅黑" panose="020B0503020204020204" charset="-122"/>
                <a:ea typeface="微软雅黑" panose="020B0503020204020204" charset="-122"/>
              </a:rPr>
              <a:t>XXXXX</a:t>
            </a:r>
            <a:endParaRPr lang="en-US" altLang="zh-CN" sz="5400" b="1" dirty="0">
              <a:solidFill>
                <a:schemeClr val="tx1"/>
              </a:solidFill>
              <a:latin typeface="微软雅黑" panose="020B0503020204020204" charset="-122"/>
              <a:ea typeface="微软雅黑" panose="020B0503020204020204" charset="-122"/>
            </a:endParaRPr>
          </a:p>
          <a:p>
            <a:pPr algn="ctr"/>
            <a:endParaRPr lang="en-US" altLang="zh-CN" sz="5400" b="1" dirty="0">
              <a:solidFill>
                <a:schemeClr val="tx1"/>
              </a:solidFill>
              <a:latin typeface="微软雅黑" panose="020B0503020204020204" charset="-122"/>
              <a:ea typeface="微软雅黑" panose="020B0503020204020204" charset="-122"/>
            </a:endParaRPr>
          </a:p>
        </p:txBody>
      </p:sp>
      <p:sp>
        <p:nvSpPr>
          <p:cNvPr id="2" name="文本框 1"/>
          <p:cNvSpPr txBox="1"/>
          <p:nvPr/>
        </p:nvSpPr>
        <p:spPr>
          <a:xfrm>
            <a:off x="3048000" y="3387090"/>
            <a:ext cx="6096000" cy="430530"/>
          </a:xfrm>
          <a:prstGeom prst="rect">
            <a:avLst/>
          </a:prstGeom>
          <a:noFill/>
        </p:spPr>
        <p:txBody>
          <a:bodyPr wrap="square" lIns="0" tIns="0" rIns="0" bIns="0" rtlCol="0" anchor="t">
            <a:spAutoFit/>
          </a:bodyPr>
          <a:lstStyle/>
          <a:p>
            <a:pPr algn="ctr"/>
            <a:r>
              <a:rPr lang="zh-CN" altLang="en-US" sz="2800" dirty="0">
                <a:solidFill>
                  <a:schemeClr val="tx1"/>
                </a:solidFill>
                <a:latin typeface="微软雅黑" panose="020B0503020204020204" charset="-122"/>
                <a:ea typeface="微软雅黑" panose="020B0503020204020204" charset="-122"/>
                <a:sym typeface="+mn-ea"/>
              </a:rPr>
              <a:t>请输入汇报队伍名字</a:t>
            </a:r>
            <a:endParaRPr lang="zh-CN" altLang="en-US" sz="2800" dirty="0">
              <a:solidFill>
                <a:schemeClr val="tx1"/>
              </a:solidFill>
              <a:latin typeface="微软雅黑" panose="020B0503020204020204" charset="-122"/>
              <a:ea typeface="微软雅黑" panose="020B0503020204020204" charset="-122"/>
              <a:sym typeface="+mn-ea"/>
            </a:endParaRPr>
          </a:p>
        </p:txBody>
      </p:sp>
      <p:sp>
        <p:nvSpPr>
          <p:cNvPr id="4" name="文本框 3"/>
          <p:cNvSpPr txBox="1"/>
          <p:nvPr/>
        </p:nvSpPr>
        <p:spPr>
          <a:xfrm>
            <a:off x="3063240" y="3957320"/>
            <a:ext cx="6096000" cy="276860"/>
          </a:xfrm>
          <a:prstGeom prst="rect">
            <a:avLst/>
          </a:prstGeom>
          <a:noFill/>
        </p:spPr>
        <p:txBody>
          <a:bodyPr wrap="square" lIns="0" tIns="0" rIns="0" bIns="0" rtlCol="0" anchor="t">
            <a:spAutoFit/>
          </a:bodyPr>
          <a:lstStyle/>
          <a:p>
            <a:pPr algn="ctr"/>
            <a:r>
              <a:rPr lang="zh-CN" altLang="en-US" sz="1800" dirty="0">
                <a:solidFill>
                  <a:schemeClr val="tx1"/>
                </a:solidFill>
                <a:latin typeface="微软雅黑" panose="020B0503020204020204" charset="-122"/>
                <a:ea typeface="微软雅黑" panose="020B0503020204020204" charset="-122"/>
                <a:sym typeface="+mn-ea"/>
              </a:rPr>
              <a:t>请输入时间</a:t>
            </a:r>
            <a:endParaRPr lang="zh-CN" altLang="en-US" sz="1800" dirty="0">
              <a:solidFill>
                <a:schemeClr val="tx1"/>
              </a:solidFill>
              <a:latin typeface="微软雅黑" panose="020B0503020204020204" charset="-122"/>
              <a:ea typeface="微软雅黑" panose="020B0503020204020204" charset="-122"/>
              <a:sym typeface="+mn-ea"/>
            </a:endParaRPr>
          </a:p>
        </p:txBody>
      </p:sp>
      <p:sp>
        <p:nvSpPr>
          <p:cNvPr id="7" name="文本框 6"/>
          <p:cNvSpPr txBox="1"/>
          <p:nvPr/>
        </p:nvSpPr>
        <p:spPr>
          <a:xfrm>
            <a:off x="706755" y="736600"/>
            <a:ext cx="4064000" cy="307340"/>
          </a:xfrm>
          <a:prstGeom prst="rect">
            <a:avLst/>
          </a:prstGeom>
          <a:noFill/>
        </p:spPr>
        <p:txBody>
          <a:bodyPr wrap="square" lIns="0" tIns="0" rIns="0" bIns="0" rtlCol="0">
            <a:spAutoFit/>
          </a:bodyPr>
          <a:p>
            <a:pPr algn="l"/>
            <a:endParaRPr lang="zh-CN" altLang="en-US" sz="2000" dirty="0" err="1" smtClean="0"/>
          </a:p>
        </p:txBody>
      </p:sp>
      <p:pic>
        <p:nvPicPr>
          <p:cNvPr id="6" name="图片 5" descr="a7271e0c9dba137c260f440305c55ca9"/>
          <p:cNvPicPr>
            <a:picLocks noChangeAspect="1"/>
          </p:cNvPicPr>
          <p:nvPr/>
        </p:nvPicPr>
        <p:blipFill>
          <a:blip r:embed="rId1"/>
          <a:stretch>
            <a:fillRect/>
          </a:stretch>
        </p:blipFill>
        <p:spPr>
          <a:xfrm>
            <a:off x="1558925" y="232410"/>
            <a:ext cx="2951480" cy="911860"/>
          </a:xfrm>
          <a:prstGeom prst="rect">
            <a:avLst/>
          </a:prstGeom>
        </p:spPr>
      </p:pic>
      <p:pic>
        <p:nvPicPr>
          <p:cNvPr id="9" name="图片 8" descr="6772a101f09388815a18e197f070ee4d"/>
          <p:cNvPicPr>
            <a:picLocks noChangeAspect="1"/>
          </p:cNvPicPr>
          <p:nvPr/>
        </p:nvPicPr>
        <p:blipFill>
          <a:blip r:embed="rId2"/>
          <a:stretch>
            <a:fillRect/>
          </a:stretch>
        </p:blipFill>
        <p:spPr>
          <a:xfrm>
            <a:off x="334010" y="184785"/>
            <a:ext cx="1115060" cy="869950"/>
          </a:xfrm>
          <a:prstGeom prst="rect">
            <a:avLst/>
          </a:prstGeom>
        </p:spPr>
      </p:pic>
    </p:spTree>
  </p:cSld>
  <p:clrMapOvr>
    <a:masterClrMapping/>
  </p:clrMapOvr>
  <p:transition>
    <p:fad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10235" y="255270"/>
            <a:ext cx="10806430" cy="492125"/>
          </a:xfrm>
        </p:spPr>
        <p:txBody>
          <a:bodyPr/>
          <a:lstStyle/>
          <a:p>
            <a:r>
              <a:rPr lang="zh-CN" altLang="en-US" dirty="0">
                <a:solidFill>
                  <a:schemeClr val="bg1"/>
                </a:solidFill>
                <a:latin typeface="微软雅黑" panose="020B0503020204020204" charset="-122"/>
                <a:ea typeface="微软雅黑" panose="020B0503020204020204" charset="-122"/>
                <a:sym typeface="+mn-ea"/>
              </a:rPr>
              <a:t>项目信息</a:t>
            </a:r>
            <a:endParaRPr lang="zh-CN" altLang="en-US" dirty="0">
              <a:solidFill>
                <a:schemeClr val="bg1"/>
              </a:solidFill>
              <a:latin typeface="微软雅黑" panose="020B0503020204020204" charset="-122"/>
              <a:ea typeface="微软雅黑" panose="020B0503020204020204" charset="-122"/>
              <a:sym typeface="+mn-ea"/>
            </a:endParaRPr>
          </a:p>
        </p:txBody>
      </p:sp>
      <p:sp>
        <p:nvSpPr>
          <p:cNvPr id="64" name="Text Placeholder 5"/>
          <p:cNvSpPr>
            <a:spLocks noGrp="1"/>
          </p:cNvSpPr>
          <p:nvPr>
            <p:ph type="body" sz="quarter" idx="4294967295"/>
          </p:nvPr>
        </p:nvSpPr>
        <p:spPr>
          <a:xfrm>
            <a:off x="1006475" y="5214620"/>
            <a:ext cx="2532380" cy="307340"/>
          </a:xfrm>
        </p:spPr>
        <p:txBody>
          <a:bodyPr/>
          <a:lstStyle/>
          <a:p>
            <a:pPr marL="0" indent="0">
              <a:buNone/>
            </a:pPr>
            <a:r>
              <a:rPr lang="zh-CN" altLang="en-US" sz="2000" dirty="0">
                <a:solidFill>
                  <a:schemeClr val="bg1"/>
                </a:solidFill>
                <a:latin typeface="微软雅黑" panose="020B0503020204020204" charset="-122"/>
                <a:ea typeface="微软雅黑" panose="020B0503020204020204" charset="-122"/>
              </a:rPr>
              <a:t>参赛团队名称：</a:t>
            </a:r>
            <a:endParaRPr lang="zh-CN" altLang="en-US" sz="2000" dirty="0">
              <a:solidFill>
                <a:schemeClr val="bg1"/>
              </a:solidFill>
              <a:latin typeface="微软雅黑" panose="020B0503020204020204" charset="-122"/>
              <a:ea typeface="微软雅黑" panose="020B0503020204020204" charset="-122"/>
            </a:endParaRPr>
          </a:p>
        </p:txBody>
      </p:sp>
      <p:sp>
        <p:nvSpPr>
          <p:cNvPr id="66" name="Text Placeholder 6"/>
          <p:cNvSpPr>
            <a:spLocks noGrp="1"/>
          </p:cNvSpPr>
          <p:nvPr/>
        </p:nvSpPr>
        <p:spPr>
          <a:xfrm>
            <a:off x="1028700" y="5709285"/>
            <a:ext cx="2532063" cy="307340"/>
          </a:xfrm>
          <a:prstGeom prst="rect">
            <a:avLst/>
          </a:prstGeom>
        </p:spPr>
        <p:txBody>
          <a:bodyPr vert="horz" wrap="square" lIns="0" tIns="0" rIns="0" bIns="0" rtlCol="0" anchor="t">
            <a:spAutoFit/>
          </a:bodyPr>
          <a:lstStyle>
            <a:lvl1pPr marL="0" marR="0" indent="0" algn="l" defTabSz="932815" rtl="0" eaLnBrk="1" fontAlgn="auto" latinLnBrk="0" hangingPunct="1">
              <a:lnSpc>
                <a:spcPct val="100000"/>
              </a:lnSpc>
              <a:spcBef>
                <a:spcPts val="0"/>
              </a:spcBef>
              <a:spcAft>
                <a:spcPts val="0"/>
              </a:spcAft>
              <a:buClrTx/>
              <a:buSzPct val="90000"/>
              <a:buFont typeface="Wingdings" panose="05000000000000000000" pitchFamily="2" charset="2"/>
              <a:buNone/>
              <a:defRPr sz="2000" kern="1200" spc="0" baseline="0">
                <a:solidFill>
                  <a:schemeClr val="tx1"/>
                </a:solidFill>
                <a:latin typeface="+mj-lt"/>
                <a:ea typeface="+mn-ea"/>
                <a:cs typeface="Segoe UI" panose="020B0502040204020203" pitchFamily="34" charset="0"/>
              </a:defRPr>
            </a:lvl1pPr>
            <a:lvl2pPr marL="457200" marR="0" indent="-228600" algn="l" defTabSz="932815" rtl="0" eaLnBrk="1" fontAlgn="auto" latinLnBrk="0" hangingPunct="1">
              <a:lnSpc>
                <a:spcPct val="100000"/>
              </a:lnSpc>
              <a:spcBef>
                <a:spcPct val="20000"/>
              </a:spcBef>
              <a:spcAft>
                <a:spcPts val="0"/>
              </a:spcAft>
              <a:buClrTx/>
              <a:buSzPct val="90000"/>
              <a:buFont typeface="Wingdings" panose="05000000000000000000" pitchFamily="2" charset="2"/>
              <a:buChar char=""/>
              <a:defRPr sz="2000" kern="1200" spc="0" baseline="0">
                <a:solidFill>
                  <a:schemeClr val="tx1"/>
                </a:solidFill>
                <a:latin typeface="+mn-lt"/>
                <a:ea typeface="+mn-ea"/>
                <a:cs typeface="+mn-cs"/>
              </a:defRPr>
            </a:lvl2pPr>
            <a:lvl3pPr marL="657225" marR="0" indent="-200025" algn="l" defTabSz="932815" rtl="0" eaLnBrk="1" fontAlgn="auto" latinLnBrk="0" hangingPunct="1">
              <a:lnSpc>
                <a:spcPct val="100000"/>
              </a:lnSpc>
              <a:spcBef>
                <a:spcPct val="20000"/>
              </a:spcBef>
              <a:spcAft>
                <a:spcPts val="0"/>
              </a:spcAft>
              <a:buClrTx/>
              <a:buSzPct val="90000"/>
              <a:buFont typeface="Wingdings" panose="05000000000000000000" pitchFamily="2" charset="2"/>
              <a:buChar char=""/>
              <a:defRPr sz="1600" kern="1200" spc="0" baseline="0">
                <a:solidFill>
                  <a:schemeClr val="tx1"/>
                </a:solidFill>
                <a:latin typeface="+mn-lt"/>
                <a:ea typeface="+mn-ea"/>
                <a:cs typeface="+mn-cs"/>
              </a:defRPr>
            </a:lvl3pPr>
            <a:lvl4pPr marL="843280" marR="0" indent="-180975" algn="l" defTabSz="932815" rtl="0" eaLnBrk="1" fontAlgn="auto" latinLnBrk="0" hangingPunct="1">
              <a:lnSpc>
                <a:spcPct val="100000"/>
              </a:lnSpc>
              <a:spcBef>
                <a:spcPct val="20000"/>
              </a:spcBef>
              <a:spcAft>
                <a:spcPts val="0"/>
              </a:spcAft>
              <a:buClrTx/>
              <a:buSzPct val="90000"/>
              <a:buFont typeface="Wingdings" panose="05000000000000000000" pitchFamily="2" charset="2"/>
              <a:buChar char=""/>
              <a:defRPr sz="1400" kern="1200" spc="0" baseline="0">
                <a:solidFill>
                  <a:schemeClr val="tx1"/>
                </a:solidFill>
                <a:latin typeface="+mn-lt"/>
                <a:ea typeface="+mn-ea"/>
                <a:cs typeface="+mn-cs"/>
              </a:defRPr>
            </a:lvl4pPr>
            <a:lvl5pPr marL="1024255" marR="0" indent="-168275" algn="l" defTabSz="932815" rtl="0" eaLnBrk="1" fontAlgn="auto" latinLnBrk="0" hangingPunct="1">
              <a:lnSpc>
                <a:spcPct val="100000"/>
              </a:lnSpc>
              <a:spcBef>
                <a:spcPct val="20000"/>
              </a:spcBef>
              <a:spcAft>
                <a:spcPts val="0"/>
              </a:spcAft>
              <a:buClrTx/>
              <a:buSzPct val="90000"/>
              <a:buFont typeface="Wingdings" panose="05000000000000000000" pitchFamily="2" charset="2"/>
              <a:buChar char=""/>
              <a:defRPr sz="1400" kern="1200" spc="0" baseline="0">
                <a:solidFill>
                  <a:schemeClr val="tx1"/>
                </a:solidFill>
                <a:latin typeface="+mn-lt"/>
                <a:ea typeface="+mn-ea"/>
                <a:cs typeface="+mn-cs"/>
              </a:defRPr>
            </a:lvl5pPr>
            <a:lvl6pPr marL="2564765" indent="-233045" algn="l" defTabSz="932815"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3031490" indent="-233045" algn="l" defTabSz="932815"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97580" indent="-233045" algn="l" defTabSz="932815"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964305" indent="-233045" algn="l" defTabSz="932815"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r>
              <a:rPr lang="zh-CN" altLang="en-US" dirty="0">
                <a:solidFill>
                  <a:schemeClr val="bg1"/>
                </a:solidFill>
                <a:latin typeface="微软雅黑" panose="020B0503020204020204" charset="-122"/>
                <a:ea typeface="微软雅黑" panose="020B0503020204020204" charset="-122"/>
              </a:rPr>
              <a:t>团队成员：</a:t>
            </a:r>
            <a:endParaRPr lang="zh-CN" altLang="en-US" dirty="0">
              <a:solidFill>
                <a:schemeClr val="bg1"/>
              </a:solidFill>
              <a:latin typeface="微软雅黑" panose="020B0503020204020204" charset="-122"/>
              <a:ea typeface="微软雅黑" panose="020B0503020204020204" charset="-122"/>
            </a:endParaRPr>
          </a:p>
        </p:txBody>
      </p:sp>
      <p:sp>
        <p:nvSpPr>
          <p:cNvPr id="68" name="Text Placeholder 13"/>
          <p:cNvSpPr>
            <a:spLocks noGrp="1"/>
          </p:cNvSpPr>
          <p:nvPr/>
        </p:nvSpPr>
        <p:spPr>
          <a:xfrm>
            <a:off x="1006792" y="3816410"/>
            <a:ext cx="2532063" cy="307340"/>
          </a:xfrm>
          <a:prstGeom prst="rect">
            <a:avLst/>
          </a:prstGeom>
        </p:spPr>
        <p:txBody>
          <a:bodyPr vert="horz" wrap="square" lIns="0" tIns="0" rIns="0" bIns="0" rtlCol="0" anchor="t">
            <a:spAutoFit/>
          </a:bodyPr>
          <a:lstStyle>
            <a:lvl1pPr marL="0" marR="0" indent="0" algn="l" defTabSz="932815" rtl="0" eaLnBrk="1" fontAlgn="auto" latinLnBrk="0" hangingPunct="1">
              <a:lnSpc>
                <a:spcPct val="100000"/>
              </a:lnSpc>
              <a:spcBef>
                <a:spcPts val="0"/>
              </a:spcBef>
              <a:spcAft>
                <a:spcPts val="0"/>
              </a:spcAft>
              <a:buClrTx/>
              <a:buSzPct val="90000"/>
              <a:buFont typeface="Wingdings" panose="05000000000000000000" pitchFamily="2" charset="2"/>
              <a:buNone/>
              <a:defRPr sz="2000" kern="1200" spc="0" baseline="0">
                <a:solidFill>
                  <a:schemeClr val="tx1"/>
                </a:solidFill>
                <a:latin typeface="+mj-lt"/>
                <a:ea typeface="+mn-ea"/>
                <a:cs typeface="Segoe UI" panose="020B0502040204020203" pitchFamily="34" charset="0"/>
              </a:defRPr>
            </a:lvl1pPr>
            <a:lvl2pPr marL="457200" marR="0" indent="-228600" algn="l" defTabSz="932815" rtl="0" eaLnBrk="1" fontAlgn="auto" latinLnBrk="0" hangingPunct="1">
              <a:lnSpc>
                <a:spcPct val="100000"/>
              </a:lnSpc>
              <a:spcBef>
                <a:spcPct val="20000"/>
              </a:spcBef>
              <a:spcAft>
                <a:spcPts val="0"/>
              </a:spcAft>
              <a:buClrTx/>
              <a:buSzPct val="90000"/>
              <a:buFont typeface="Wingdings" panose="05000000000000000000" pitchFamily="2" charset="2"/>
              <a:buChar char=""/>
              <a:defRPr sz="2000" kern="1200" spc="0" baseline="0">
                <a:solidFill>
                  <a:schemeClr val="tx1"/>
                </a:solidFill>
                <a:latin typeface="+mn-lt"/>
                <a:ea typeface="+mn-ea"/>
                <a:cs typeface="+mn-cs"/>
              </a:defRPr>
            </a:lvl2pPr>
            <a:lvl3pPr marL="657225" marR="0" indent="-200025" algn="l" defTabSz="932815" rtl="0" eaLnBrk="1" fontAlgn="auto" latinLnBrk="0" hangingPunct="1">
              <a:lnSpc>
                <a:spcPct val="100000"/>
              </a:lnSpc>
              <a:spcBef>
                <a:spcPct val="20000"/>
              </a:spcBef>
              <a:spcAft>
                <a:spcPts val="0"/>
              </a:spcAft>
              <a:buClrTx/>
              <a:buSzPct val="90000"/>
              <a:buFont typeface="Wingdings" panose="05000000000000000000" pitchFamily="2" charset="2"/>
              <a:buChar char=""/>
              <a:defRPr sz="1600" kern="1200" spc="0" baseline="0">
                <a:solidFill>
                  <a:schemeClr val="tx1"/>
                </a:solidFill>
                <a:latin typeface="+mn-lt"/>
                <a:ea typeface="+mn-ea"/>
                <a:cs typeface="+mn-cs"/>
              </a:defRPr>
            </a:lvl3pPr>
            <a:lvl4pPr marL="843280" marR="0" indent="-180975" algn="l" defTabSz="932815" rtl="0" eaLnBrk="1" fontAlgn="auto" latinLnBrk="0" hangingPunct="1">
              <a:lnSpc>
                <a:spcPct val="100000"/>
              </a:lnSpc>
              <a:spcBef>
                <a:spcPct val="20000"/>
              </a:spcBef>
              <a:spcAft>
                <a:spcPts val="0"/>
              </a:spcAft>
              <a:buClrTx/>
              <a:buSzPct val="90000"/>
              <a:buFont typeface="Wingdings" panose="05000000000000000000" pitchFamily="2" charset="2"/>
              <a:buChar char=""/>
              <a:defRPr sz="1400" kern="1200" spc="0" baseline="0">
                <a:solidFill>
                  <a:schemeClr val="tx1"/>
                </a:solidFill>
                <a:latin typeface="+mn-lt"/>
                <a:ea typeface="+mn-ea"/>
                <a:cs typeface="+mn-cs"/>
              </a:defRPr>
            </a:lvl4pPr>
            <a:lvl5pPr marL="1024255" marR="0" indent="-168275" algn="l" defTabSz="932815" rtl="0" eaLnBrk="1" fontAlgn="auto" latinLnBrk="0" hangingPunct="1">
              <a:lnSpc>
                <a:spcPct val="100000"/>
              </a:lnSpc>
              <a:spcBef>
                <a:spcPct val="20000"/>
              </a:spcBef>
              <a:spcAft>
                <a:spcPts val="0"/>
              </a:spcAft>
              <a:buClrTx/>
              <a:buSzPct val="90000"/>
              <a:buFont typeface="Wingdings" panose="05000000000000000000" pitchFamily="2" charset="2"/>
              <a:buChar char=""/>
              <a:defRPr sz="1400" kern="1200" spc="0" baseline="0">
                <a:solidFill>
                  <a:schemeClr val="tx1"/>
                </a:solidFill>
                <a:latin typeface="+mn-lt"/>
                <a:ea typeface="+mn-ea"/>
                <a:cs typeface="+mn-cs"/>
              </a:defRPr>
            </a:lvl5pPr>
            <a:lvl6pPr marL="2564765" indent="-233045" algn="l" defTabSz="932815"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3031490" indent="-233045" algn="l" defTabSz="932815"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97580" indent="-233045" algn="l" defTabSz="932815"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964305" indent="-233045" algn="l" defTabSz="932815"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r>
              <a:rPr lang="zh-CN" altLang="en-US" dirty="0">
                <a:solidFill>
                  <a:schemeClr val="bg1"/>
                </a:solidFill>
                <a:latin typeface="微软雅黑" panose="020B0503020204020204" charset="-122"/>
                <a:ea typeface="微软雅黑" panose="020B0503020204020204" charset="-122"/>
              </a:rPr>
              <a:t>项目概述：</a:t>
            </a:r>
            <a:endParaRPr lang="zh-CN" altLang="en-US" dirty="0">
              <a:solidFill>
                <a:schemeClr val="bg1"/>
              </a:solidFill>
              <a:latin typeface="微软雅黑" panose="020B0503020204020204" charset="-122"/>
              <a:ea typeface="微软雅黑" panose="020B0503020204020204" charset="-122"/>
            </a:endParaRPr>
          </a:p>
        </p:txBody>
      </p:sp>
      <p:sp>
        <p:nvSpPr>
          <p:cNvPr id="80" name="Text Placeholder 5"/>
          <p:cNvSpPr>
            <a:spLocks noGrp="1"/>
          </p:cNvSpPr>
          <p:nvPr/>
        </p:nvSpPr>
        <p:spPr>
          <a:xfrm>
            <a:off x="1013460" y="1244917"/>
            <a:ext cx="2532063" cy="368935"/>
          </a:xfrm>
          <a:prstGeom prst="rect">
            <a:avLst/>
          </a:prstGeom>
        </p:spPr>
        <p:txBody>
          <a:bodyPr vert="horz" wrap="square" lIns="0" tIns="0" rIns="0" bIns="0" rtlCol="0">
            <a:spAutoFit/>
          </a:bodyPr>
          <a:lstStyle>
            <a:lvl1pPr marL="228600" marR="0" indent="-228600" algn="l" defTabSz="932815" rtl="0" eaLnBrk="1" fontAlgn="auto" latinLnBrk="0" hangingPunct="1">
              <a:lnSpc>
                <a:spcPct val="100000"/>
              </a:lnSpc>
              <a:spcBef>
                <a:spcPct val="20000"/>
              </a:spcBef>
              <a:spcAft>
                <a:spcPts val="0"/>
              </a:spcAft>
              <a:buClrTx/>
              <a:buSzPct val="90000"/>
              <a:buFont typeface="Wingdings" panose="05000000000000000000" pitchFamily="2" charset="2"/>
              <a:buChar char=""/>
              <a:defRPr sz="2800" kern="1200" spc="0" baseline="0">
                <a:solidFill>
                  <a:schemeClr val="tx1"/>
                </a:solidFill>
                <a:latin typeface="+mn-lt"/>
                <a:ea typeface="+mn-ea"/>
                <a:cs typeface="Segoe UI" panose="020B0502040204020203" pitchFamily="34" charset="0"/>
              </a:defRPr>
            </a:lvl1pPr>
            <a:lvl2pPr marL="457200" marR="0" indent="-228600" algn="l" defTabSz="932815" rtl="0" eaLnBrk="1" fontAlgn="auto" latinLnBrk="0" hangingPunct="1">
              <a:lnSpc>
                <a:spcPct val="100000"/>
              </a:lnSpc>
              <a:spcBef>
                <a:spcPct val="20000"/>
              </a:spcBef>
              <a:spcAft>
                <a:spcPts val="0"/>
              </a:spcAft>
              <a:buClrTx/>
              <a:buSzPct val="90000"/>
              <a:buFont typeface="Wingdings" panose="05000000000000000000" pitchFamily="2" charset="2"/>
              <a:buChar char=""/>
              <a:defRPr sz="2000" kern="1200" spc="0" baseline="0">
                <a:solidFill>
                  <a:schemeClr val="tx1"/>
                </a:solidFill>
                <a:latin typeface="+mn-lt"/>
                <a:ea typeface="+mn-ea"/>
                <a:cs typeface="+mn-cs"/>
              </a:defRPr>
            </a:lvl2pPr>
            <a:lvl3pPr marL="657225" marR="0" indent="-200025" algn="l" defTabSz="932815" rtl="0" eaLnBrk="1" fontAlgn="auto" latinLnBrk="0" hangingPunct="1">
              <a:lnSpc>
                <a:spcPct val="100000"/>
              </a:lnSpc>
              <a:spcBef>
                <a:spcPct val="20000"/>
              </a:spcBef>
              <a:spcAft>
                <a:spcPts val="0"/>
              </a:spcAft>
              <a:buClrTx/>
              <a:buSzPct val="90000"/>
              <a:buFont typeface="Wingdings" panose="05000000000000000000" pitchFamily="2" charset="2"/>
              <a:buChar char=""/>
              <a:defRPr sz="1600" kern="1200" spc="0" baseline="0">
                <a:solidFill>
                  <a:schemeClr val="tx1"/>
                </a:solidFill>
                <a:latin typeface="+mn-lt"/>
                <a:ea typeface="+mn-ea"/>
                <a:cs typeface="+mn-cs"/>
              </a:defRPr>
            </a:lvl3pPr>
            <a:lvl4pPr marL="843280" marR="0" indent="-180975" algn="l" defTabSz="932815" rtl="0" eaLnBrk="1" fontAlgn="auto" latinLnBrk="0" hangingPunct="1">
              <a:lnSpc>
                <a:spcPct val="100000"/>
              </a:lnSpc>
              <a:spcBef>
                <a:spcPct val="20000"/>
              </a:spcBef>
              <a:spcAft>
                <a:spcPts val="0"/>
              </a:spcAft>
              <a:buClrTx/>
              <a:buSzPct val="90000"/>
              <a:buFont typeface="Wingdings" panose="05000000000000000000" pitchFamily="2" charset="2"/>
              <a:buChar char=""/>
              <a:defRPr sz="1400" kern="1200" spc="0" baseline="0">
                <a:solidFill>
                  <a:schemeClr val="tx1"/>
                </a:solidFill>
                <a:latin typeface="+mn-lt"/>
                <a:ea typeface="+mn-ea"/>
                <a:cs typeface="+mn-cs"/>
              </a:defRPr>
            </a:lvl4pPr>
            <a:lvl5pPr marL="1024255" marR="0" indent="-168275" algn="l" defTabSz="932815" rtl="0" eaLnBrk="1" fontAlgn="auto" latinLnBrk="0" hangingPunct="1">
              <a:lnSpc>
                <a:spcPct val="100000"/>
              </a:lnSpc>
              <a:spcBef>
                <a:spcPct val="20000"/>
              </a:spcBef>
              <a:spcAft>
                <a:spcPts val="0"/>
              </a:spcAft>
              <a:buClrTx/>
              <a:buSzPct val="90000"/>
              <a:buFont typeface="Wingdings" panose="05000000000000000000" pitchFamily="2" charset="2"/>
              <a:buChar char=""/>
              <a:defRPr sz="1400" kern="1200" spc="0" baseline="0">
                <a:solidFill>
                  <a:schemeClr val="tx1"/>
                </a:solidFill>
                <a:latin typeface="+mn-lt"/>
                <a:ea typeface="+mn-ea"/>
                <a:cs typeface="+mn-cs"/>
              </a:defRPr>
            </a:lvl5pPr>
            <a:lvl6pPr marL="2564765" indent="-233045" algn="l" defTabSz="932815"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3031490" indent="-233045" algn="l" defTabSz="932815"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97580" indent="-233045" algn="l" defTabSz="932815"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964305" indent="-233045" algn="l" defTabSz="932815"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buNone/>
            </a:pPr>
            <a:r>
              <a:rPr lang="zh-CN" altLang="en-US" sz="2400" dirty="0">
                <a:solidFill>
                  <a:schemeClr val="bg1"/>
                </a:solidFill>
                <a:latin typeface="微软雅黑" panose="020B0503020204020204" charset="-122"/>
                <a:ea typeface="微软雅黑" panose="020B0503020204020204" charset="-122"/>
              </a:rPr>
              <a:t>参赛项目：</a:t>
            </a:r>
            <a:endParaRPr lang="zh-CN" altLang="en-US" sz="2400" dirty="0">
              <a:solidFill>
                <a:schemeClr val="bg1"/>
              </a:solidFill>
              <a:latin typeface="微软雅黑" panose="020B0503020204020204" charset="-122"/>
              <a:ea typeface="微软雅黑" panose="020B0503020204020204" charset="-122"/>
            </a:endParaRPr>
          </a:p>
        </p:txBody>
      </p:sp>
      <p:grpSp>
        <p:nvGrpSpPr>
          <p:cNvPr id="4" name="组合 3"/>
          <p:cNvGrpSpPr/>
          <p:nvPr/>
        </p:nvGrpSpPr>
        <p:grpSpPr>
          <a:xfrm>
            <a:off x="8646795" y="1551305"/>
            <a:ext cx="3086735" cy="3448050"/>
            <a:chOff x="13617" y="2443"/>
            <a:chExt cx="4861" cy="5430"/>
          </a:xfrm>
        </p:grpSpPr>
        <p:sp>
          <p:nvSpPr>
            <p:cNvPr id="3" name="矩形 2"/>
            <p:cNvSpPr/>
            <p:nvPr/>
          </p:nvSpPr>
          <p:spPr>
            <a:xfrm>
              <a:off x="13617" y="2443"/>
              <a:ext cx="4861" cy="5430"/>
            </a:xfrm>
            <a:prstGeom prst="rect">
              <a:avLst/>
            </a:prstGeom>
            <a:solidFill>
              <a:schemeClr val="tx1">
                <a:alpha val="5000"/>
              </a:schemeClr>
            </a:solidFill>
            <a:ln>
              <a:solidFill>
                <a:schemeClr val="bg1"/>
              </a:solidFill>
              <a:headEnd type="none" w="med" len="med"/>
              <a:tailEnd type="none" w="med" len="med"/>
            </a:ln>
          </p:spPr>
          <p:style>
            <a:lnRef idx="1">
              <a:schemeClr val="accent2"/>
            </a:lnRef>
            <a:fillRef idx="3">
              <a:schemeClr val="accent2"/>
            </a:fillRef>
            <a:effectRef idx="2">
              <a:schemeClr val="accent2"/>
            </a:effectRef>
            <a:fontRef idx="minor">
              <a:schemeClr val="lt1"/>
            </a:fontRef>
          </p:style>
          <p:txBody>
            <a:bodyPr rot="0" vertOverflow="overflow" horzOverflow="overflow" vert="horz" wrap="square" lIns="182880" tIns="146304" rIns="182880" bIns="146304" numCol="1" spcCol="0" rtlCol="0" fromWordArt="0" anchor="t" anchorCtr="0" forceAA="0" compatLnSpc="1">
              <a:noAutofit/>
            </a:bodyPr>
            <a:lstStyle/>
            <a:p>
              <a:pPr algn="l" defTabSz="932180" fontAlgn="base">
                <a:spcBef>
                  <a:spcPct val="0"/>
                </a:spcBef>
                <a:spcAft>
                  <a:spcPct val="0"/>
                </a:spcAft>
              </a:pPr>
              <a:endParaRPr lang="zh-CN" altLang="en-US" sz="2000" dirty="0" err="1">
                <a:solidFill>
                  <a:schemeClr val="bg1"/>
                </a:solidFill>
                <a:ea typeface="Segoe UI" panose="020B0502040204020203" pitchFamily="34" charset="0"/>
                <a:cs typeface="Segoe UI" panose="020B0502040204020203" pitchFamily="34" charset="0"/>
              </a:endParaRPr>
            </a:p>
          </p:txBody>
        </p:sp>
        <p:sp>
          <p:nvSpPr>
            <p:cNvPr id="5" name="Text Placeholder 13"/>
            <p:cNvSpPr>
              <a:spLocks noGrp="1"/>
            </p:cNvSpPr>
            <p:nvPr/>
          </p:nvSpPr>
          <p:spPr>
            <a:xfrm>
              <a:off x="14244" y="4819"/>
              <a:ext cx="3988" cy="339"/>
            </a:xfrm>
            <a:prstGeom prst="rect">
              <a:avLst/>
            </a:prstGeom>
            <a:ln>
              <a:noFill/>
            </a:ln>
          </p:spPr>
          <p:txBody>
            <a:bodyPr vert="horz" wrap="square" lIns="0" tIns="0" rIns="0" bIns="0" rtlCol="0" anchor="t">
              <a:spAutoFit/>
            </a:bodyPr>
            <a:lstStyle>
              <a:lvl1pPr marL="0" marR="0" indent="0" algn="l" defTabSz="932815" rtl="0" eaLnBrk="1" fontAlgn="auto" latinLnBrk="0" hangingPunct="1">
                <a:lnSpc>
                  <a:spcPct val="100000"/>
                </a:lnSpc>
                <a:spcBef>
                  <a:spcPts val="0"/>
                </a:spcBef>
                <a:spcAft>
                  <a:spcPts val="0"/>
                </a:spcAft>
                <a:buClrTx/>
                <a:buSzPct val="90000"/>
                <a:buFont typeface="Wingdings" panose="05000000000000000000" pitchFamily="2" charset="2"/>
                <a:buNone/>
                <a:defRPr sz="2000" kern="1200" spc="0" baseline="0">
                  <a:solidFill>
                    <a:schemeClr val="tx1"/>
                  </a:solidFill>
                  <a:latin typeface="+mj-lt"/>
                  <a:ea typeface="+mn-ea"/>
                  <a:cs typeface="Segoe UI" panose="020B0502040204020203" pitchFamily="34" charset="0"/>
                </a:defRPr>
              </a:lvl1pPr>
              <a:lvl2pPr marL="457200" marR="0" indent="-228600" algn="l" defTabSz="932815" rtl="0" eaLnBrk="1" fontAlgn="auto" latinLnBrk="0" hangingPunct="1">
                <a:lnSpc>
                  <a:spcPct val="100000"/>
                </a:lnSpc>
                <a:spcBef>
                  <a:spcPct val="20000"/>
                </a:spcBef>
                <a:spcAft>
                  <a:spcPts val="0"/>
                </a:spcAft>
                <a:buClrTx/>
                <a:buSzPct val="90000"/>
                <a:buFont typeface="Wingdings" panose="05000000000000000000" pitchFamily="2" charset="2"/>
                <a:buChar char=""/>
                <a:defRPr sz="2000" kern="1200" spc="0" baseline="0">
                  <a:solidFill>
                    <a:schemeClr val="tx1"/>
                  </a:solidFill>
                  <a:latin typeface="+mn-lt"/>
                  <a:ea typeface="+mn-ea"/>
                  <a:cs typeface="+mn-cs"/>
                </a:defRPr>
              </a:lvl2pPr>
              <a:lvl3pPr marL="657225" marR="0" indent="-200025" algn="l" defTabSz="932815" rtl="0" eaLnBrk="1" fontAlgn="auto" latinLnBrk="0" hangingPunct="1">
                <a:lnSpc>
                  <a:spcPct val="100000"/>
                </a:lnSpc>
                <a:spcBef>
                  <a:spcPct val="20000"/>
                </a:spcBef>
                <a:spcAft>
                  <a:spcPts val="0"/>
                </a:spcAft>
                <a:buClrTx/>
                <a:buSzPct val="90000"/>
                <a:buFont typeface="Wingdings" panose="05000000000000000000" pitchFamily="2" charset="2"/>
                <a:buChar char=""/>
                <a:defRPr sz="1600" kern="1200" spc="0" baseline="0">
                  <a:solidFill>
                    <a:schemeClr val="tx1"/>
                  </a:solidFill>
                  <a:latin typeface="+mn-lt"/>
                  <a:ea typeface="+mn-ea"/>
                  <a:cs typeface="+mn-cs"/>
                </a:defRPr>
              </a:lvl3pPr>
              <a:lvl4pPr marL="843280" marR="0" indent="-180975" algn="l" defTabSz="932815" rtl="0" eaLnBrk="1" fontAlgn="auto" latinLnBrk="0" hangingPunct="1">
                <a:lnSpc>
                  <a:spcPct val="100000"/>
                </a:lnSpc>
                <a:spcBef>
                  <a:spcPct val="20000"/>
                </a:spcBef>
                <a:spcAft>
                  <a:spcPts val="0"/>
                </a:spcAft>
                <a:buClrTx/>
                <a:buSzPct val="90000"/>
                <a:buFont typeface="Wingdings" panose="05000000000000000000" pitchFamily="2" charset="2"/>
                <a:buChar char=""/>
                <a:defRPr sz="1400" kern="1200" spc="0" baseline="0">
                  <a:solidFill>
                    <a:schemeClr val="tx1"/>
                  </a:solidFill>
                  <a:latin typeface="+mn-lt"/>
                  <a:ea typeface="+mn-ea"/>
                  <a:cs typeface="+mn-cs"/>
                </a:defRPr>
              </a:lvl4pPr>
              <a:lvl5pPr marL="1024255" marR="0" indent="-168275" algn="l" defTabSz="932815" rtl="0" eaLnBrk="1" fontAlgn="auto" latinLnBrk="0" hangingPunct="1">
                <a:lnSpc>
                  <a:spcPct val="100000"/>
                </a:lnSpc>
                <a:spcBef>
                  <a:spcPct val="20000"/>
                </a:spcBef>
                <a:spcAft>
                  <a:spcPts val="0"/>
                </a:spcAft>
                <a:buClrTx/>
                <a:buSzPct val="90000"/>
                <a:buFont typeface="Wingdings" panose="05000000000000000000" pitchFamily="2" charset="2"/>
                <a:buChar char=""/>
                <a:defRPr sz="1400" kern="1200" spc="0" baseline="0">
                  <a:solidFill>
                    <a:schemeClr val="tx1"/>
                  </a:solidFill>
                  <a:latin typeface="+mn-lt"/>
                  <a:ea typeface="+mn-ea"/>
                  <a:cs typeface="+mn-cs"/>
                </a:defRPr>
              </a:lvl5pPr>
              <a:lvl6pPr marL="2564765" indent="-233045" algn="l" defTabSz="932815"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3031490" indent="-233045" algn="l" defTabSz="932815"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97580" indent="-233045" algn="l" defTabSz="932815"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964305" indent="-233045" algn="l" defTabSz="932815"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algn="ctr"/>
              <a:r>
                <a:rPr lang="zh-CN" altLang="en-US" sz="1400" dirty="0">
                  <a:solidFill>
                    <a:schemeClr val="bg1"/>
                  </a:solidFill>
                  <a:latin typeface="微软雅黑" panose="020B0503020204020204" charset="-122"/>
                  <a:ea typeface="微软雅黑" panose="020B0503020204020204" charset="-122"/>
                </a:rPr>
                <a:t>参赛团队</a:t>
              </a:r>
              <a:r>
                <a:rPr lang="en-US" altLang="zh-CN" sz="1400" dirty="0">
                  <a:solidFill>
                    <a:schemeClr val="bg1"/>
                  </a:solidFill>
                  <a:latin typeface="微软雅黑" panose="020B0503020204020204" charset="-122"/>
                  <a:ea typeface="微软雅黑" panose="020B0503020204020204" charset="-122"/>
                </a:rPr>
                <a:t>/</a:t>
              </a:r>
              <a:r>
                <a:rPr lang="zh-CN" altLang="en-US" sz="1400" dirty="0">
                  <a:solidFill>
                    <a:schemeClr val="bg1"/>
                  </a:solidFill>
                  <a:latin typeface="微软雅黑" panose="020B0503020204020204" charset="-122"/>
                  <a:ea typeface="微软雅黑" panose="020B0503020204020204" charset="-122"/>
                </a:rPr>
                <a:t>个人照片</a:t>
              </a:r>
              <a:endParaRPr lang="zh-CN" altLang="en-US" sz="1400" dirty="0">
                <a:solidFill>
                  <a:schemeClr val="bg1"/>
                </a:solidFill>
                <a:latin typeface="微软雅黑" panose="020B0503020204020204" charset="-122"/>
                <a:ea typeface="微软雅黑" panose="020B0503020204020204" charset="-122"/>
              </a:endParaRPr>
            </a:p>
          </p:txBody>
        </p:sp>
      </p:grpSp>
      <p:sp>
        <p:nvSpPr>
          <p:cNvPr id="6" name="Text Placeholder 13"/>
          <p:cNvSpPr>
            <a:spLocks noGrp="1"/>
          </p:cNvSpPr>
          <p:nvPr/>
        </p:nvSpPr>
        <p:spPr>
          <a:xfrm>
            <a:off x="1013459" y="1877854"/>
            <a:ext cx="6880861" cy="553998"/>
          </a:xfrm>
          <a:prstGeom prst="rect">
            <a:avLst/>
          </a:prstGeom>
        </p:spPr>
        <p:txBody>
          <a:bodyPr vert="horz" wrap="square" lIns="0" tIns="0" rIns="0" bIns="0" rtlCol="0" anchor="t">
            <a:spAutoFit/>
          </a:bodyPr>
          <a:lstStyle>
            <a:lvl1pPr marL="0" marR="0" indent="0" algn="l" defTabSz="932815" rtl="0" eaLnBrk="1" fontAlgn="auto" latinLnBrk="0" hangingPunct="1">
              <a:lnSpc>
                <a:spcPct val="100000"/>
              </a:lnSpc>
              <a:spcBef>
                <a:spcPts val="0"/>
              </a:spcBef>
              <a:spcAft>
                <a:spcPts val="0"/>
              </a:spcAft>
              <a:buClrTx/>
              <a:buSzPct val="90000"/>
              <a:buFont typeface="Wingdings" panose="05000000000000000000" pitchFamily="2" charset="2"/>
              <a:buNone/>
              <a:defRPr sz="2000" kern="1200" spc="0" baseline="0">
                <a:solidFill>
                  <a:schemeClr val="tx1"/>
                </a:solidFill>
                <a:latin typeface="+mj-lt"/>
                <a:ea typeface="+mn-ea"/>
                <a:cs typeface="Segoe UI" panose="020B0502040204020203" pitchFamily="34" charset="0"/>
              </a:defRPr>
            </a:lvl1pPr>
            <a:lvl2pPr marL="457200" marR="0" indent="-228600" algn="l" defTabSz="932815" rtl="0" eaLnBrk="1" fontAlgn="auto" latinLnBrk="0" hangingPunct="1">
              <a:lnSpc>
                <a:spcPct val="100000"/>
              </a:lnSpc>
              <a:spcBef>
                <a:spcPct val="20000"/>
              </a:spcBef>
              <a:spcAft>
                <a:spcPts val="0"/>
              </a:spcAft>
              <a:buClrTx/>
              <a:buSzPct val="90000"/>
              <a:buFont typeface="Wingdings" panose="05000000000000000000" pitchFamily="2" charset="2"/>
              <a:buChar char=""/>
              <a:defRPr sz="2000" kern="1200" spc="0" baseline="0">
                <a:solidFill>
                  <a:schemeClr val="tx1"/>
                </a:solidFill>
                <a:latin typeface="+mn-lt"/>
                <a:ea typeface="+mn-ea"/>
                <a:cs typeface="+mn-cs"/>
              </a:defRPr>
            </a:lvl2pPr>
            <a:lvl3pPr marL="657225" marR="0" indent="-200025" algn="l" defTabSz="932815" rtl="0" eaLnBrk="1" fontAlgn="auto" latinLnBrk="0" hangingPunct="1">
              <a:lnSpc>
                <a:spcPct val="100000"/>
              </a:lnSpc>
              <a:spcBef>
                <a:spcPct val="20000"/>
              </a:spcBef>
              <a:spcAft>
                <a:spcPts val="0"/>
              </a:spcAft>
              <a:buClrTx/>
              <a:buSzPct val="90000"/>
              <a:buFont typeface="Wingdings" panose="05000000000000000000" pitchFamily="2" charset="2"/>
              <a:buChar char=""/>
              <a:defRPr sz="1600" kern="1200" spc="0" baseline="0">
                <a:solidFill>
                  <a:schemeClr val="tx1"/>
                </a:solidFill>
                <a:latin typeface="+mn-lt"/>
                <a:ea typeface="+mn-ea"/>
                <a:cs typeface="+mn-cs"/>
              </a:defRPr>
            </a:lvl3pPr>
            <a:lvl4pPr marL="843280" marR="0" indent="-180975" algn="l" defTabSz="932815" rtl="0" eaLnBrk="1" fontAlgn="auto" latinLnBrk="0" hangingPunct="1">
              <a:lnSpc>
                <a:spcPct val="100000"/>
              </a:lnSpc>
              <a:spcBef>
                <a:spcPct val="20000"/>
              </a:spcBef>
              <a:spcAft>
                <a:spcPts val="0"/>
              </a:spcAft>
              <a:buClrTx/>
              <a:buSzPct val="90000"/>
              <a:buFont typeface="Wingdings" panose="05000000000000000000" pitchFamily="2" charset="2"/>
              <a:buChar char=""/>
              <a:defRPr sz="1400" kern="1200" spc="0" baseline="0">
                <a:solidFill>
                  <a:schemeClr val="tx1"/>
                </a:solidFill>
                <a:latin typeface="+mn-lt"/>
                <a:ea typeface="+mn-ea"/>
                <a:cs typeface="+mn-cs"/>
              </a:defRPr>
            </a:lvl4pPr>
            <a:lvl5pPr marL="1024255" marR="0" indent="-168275" algn="l" defTabSz="932815" rtl="0" eaLnBrk="1" fontAlgn="auto" latinLnBrk="0" hangingPunct="1">
              <a:lnSpc>
                <a:spcPct val="100000"/>
              </a:lnSpc>
              <a:spcBef>
                <a:spcPct val="20000"/>
              </a:spcBef>
              <a:spcAft>
                <a:spcPts val="0"/>
              </a:spcAft>
              <a:buClrTx/>
              <a:buSzPct val="90000"/>
              <a:buFont typeface="Wingdings" panose="05000000000000000000" pitchFamily="2" charset="2"/>
              <a:buChar char=""/>
              <a:defRPr sz="1400" kern="1200" spc="0" baseline="0">
                <a:solidFill>
                  <a:schemeClr val="tx1"/>
                </a:solidFill>
                <a:latin typeface="+mn-lt"/>
                <a:ea typeface="+mn-ea"/>
                <a:cs typeface="+mn-cs"/>
              </a:defRPr>
            </a:lvl5pPr>
            <a:lvl6pPr marL="2564765" indent="-233045" algn="l" defTabSz="932815"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3031490" indent="-233045" algn="l" defTabSz="932815"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97580" indent="-233045" algn="l" defTabSz="932815"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964305" indent="-233045" algn="l" defTabSz="932815"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r>
              <a:rPr lang="zh-CN" altLang="en-US" dirty="0">
                <a:solidFill>
                  <a:schemeClr val="bg1"/>
                </a:solidFill>
                <a:latin typeface="微软雅黑" panose="020B0503020204020204" charset="-122"/>
                <a:ea typeface="微软雅黑" panose="020B0503020204020204" charset="-122"/>
              </a:rPr>
              <a:t>参与组别 ：</a:t>
            </a:r>
            <a:endParaRPr lang="en-US" altLang="zh-CN" dirty="0">
              <a:solidFill>
                <a:schemeClr val="bg1"/>
              </a:solidFill>
              <a:latin typeface="微软雅黑" panose="020B0503020204020204" charset="-122"/>
              <a:ea typeface="微软雅黑" panose="020B0503020204020204" charset="-122"/>
            </a:endParaRPr>
          </a:p>
          <a:p>
            <a:r>
              <a:rPr lang="zh-CN" altLang="en-US" sz="1600" dirty="0">
                <a:solidFill>
                  <a:schemeClr val="bg1"/>
                </a:solidFill>
                <a:latin typeface="微软雅黑" panose="020B0503020204020204" charset="-122"/>
                <a:ea typeface="微软雅黑" panose="020B0503020204020204" charset="-122"/>
              </a:rPr>
              <a:t>企业</a:t>
            </a:r>
            <a:r>
              <a:rPr lang="en-US" altLang="zh-CN" sz="1600" dirty="0">
                <a:solidFill>
                  <a:schemeClr val="bg1"/>
                </a:solidFill>
                <a:latin typeface="微软雅黑" panose="020B0503020204020204" charset="-122"/>
                <a:ea typeface="微软雅黑" panose="020B0503020204020204" charset="-122"/>
              </a:rPr>
              <a:t>-</a:t>
            </a:r>
            <a:r>
              <a:rPr lang="zh-CN" altLang="en-US" sz="1600" dirty="0">
                <a:solidFill>
                  <a:schemeClr val="bg1"/>
                </a:solidFill>
                <a:latin typeface="微软雅黑" panose="020B0503020204020204" charset="-122"/>
                <a:ea typeface="微软雅黑" panose="020B0503020204020204" charset="-122"/>
              </a:rPr>
              <a:t>产品赛道</a:t>
            </a:r>
            <a:r>
              <a:rPr lang="en-US" altLang="zh-CN" sz="1600" dirty="0">
                <a:solidFill>
                  <a:schemeClr val="bg1"/>
                </a:solidFill>
                <a:latin typeface="微软雅黑" panose="020B0503020204020204" charset="-122"/>
                <a:ea typeface="微软雅黑" panose="020B0503020204020204" charset="-122"/>
              </a:rPr>
              <a:t>/</a:t>
            </a:r>
            <a:r>
              <a:rPr lang="zh-CN" altLang="en-US" sz="1600" dirty="0">
                <a:solidFill>
                  <a:schemeClr val="bg1"/>
                </a:solidFill>
                <a:latin typeface="微软雅黑" panose="020B0503020204020204" charset="-122"/>
                <a:ea typeface="微软雅黑" panose="020B0503020204020204" charset="-122"/>
              </a:rPr>
              <a:t>企业</a:t>
            </a:r>
            <a:r>
              <a:rPr lang="en-US" altLang="zh-CN" sz="1600" dirty="0">
                <a:solidFill>
                  <a:schemeClr val="bg1"/>
                </a:solidFill>
                <a:latin typeface="微软雅黑" panose="020B0503020204020204" charset="-122"/>
                <a:ea typeface="微软雅黑" panose="020B0503020204020204" charset="-122"/>
              </a:rPr>
              <a:t>-</a:t>
            </a:r>
            <a:r>
              <a:rPr lang="zh-CN" altLang="en-US" sz="1600" dirty="0">
                <a:solidFill>
                  <a:schemeClr val="bg1"/>
                </a:solidFill>
                <a:latin typeface="微软雅黑" panose="020B0503020204020204" charset="-122"/>
                <a:ea typeface="微软雅黑" panose="020B0503020204020204" charset="-122"/>
              </a:rPr>
              <a:t>解决方案</a:t>
            </a:r>
            <a:r>
              <a:rPr lang="en-US" altLang="zh-CN" sz="1600" dirty="0">
                <a:solidFill>
                  <a:schemeClr val="bg1"/>
                </a:solidFill>
                <a:latin typeface="微软雅黑" panose="020B0503020204020204" charset="-122"/>
                <a:ea typeface="微软雅黑" panose="020B0503020204020204" charset="-122"/>
              </a:rPr>
              <a:t>&amp;</a:t>
            </a:r>
            <a:r>
              <a:rPr lang="zh-CN" altLang="en-US" sz="1600" dirty="0">
                <a:solidFill>
                  <a:schemeClr val="bg1"/>
                </a:solidFill>
                <a:latin typeface="微软雅黑" panose="020B0503020204020204" charset="-122"/>
                <a:ea typeface="微软雅黑" panose="020B0503020204020204" charset="-122"/>
              </a:rPr>
              <a:t>企业应用赛道</a:t>
            </a:r>
            <a:r>
              <a:rPr lang="en-US" altLang="zh-CN" sz="1600" dirty="0">
                <a:solidFill>
                  <a:schemeClr val="bg1"/>
                </a:solidFill>
                <a:latin typeface="微软雅黑" panose="020B0503020204020204" charset="-122"/>
                <a:ea typeface="微软雅黑" panose="020B0503020204020204" charset="-122"/>
              </a:rPr>
              <a:t>/</a:t>
            </a:r>
            <a:r>
              <a:rPr lang="zh-CN" altLang="en-US" sz="1600" dirty="0">
                <a:solidFill>
                  <a:schemeClr val="bg1"/>
                </a:solidFill>
                <a:latin typeface="微软雅黑" panose="020B0503020204020204" charset="-122"/>
                <a:ea typeface="微软雅黑" panose="020B0503020204020204" charset="-122"/>
              </a:rPr>
              <a:t>高校组</a:t>
            </a:r>
            <a:endParaRPr lang="zh-CN" altLang="en-US" sz="1600" dirty="0">
              <a:solidFill>
                <a:schemeClr val="bg1"/>
              </a:solidFill>
              <a:latin typeface="微软雅黑" panose="020B0503020204020204" charset="-122"/>
              <a:ea typeface="微软雅黑" panose="020B0503020204020204" charset="-122"/>
            </a:endParaRPr>
          </a:p>
        </p:txBody>
      </p:sp>
      <p:sp>
        <p:nvSpPr>
          <p:cNvPr id="8" name="文本框 7"/>
          <p:cNvSpPr txBox="1"/>
          <p:nvPr/>
        </p:nvSpPr>
        <p:spPr>
          <a:xfrm>
            <a:off x="927100" y="2539744"/>
            <a:ext cx="6257925" cy="891540"/>
          </a:xfrm>
          <a:prstGeom prst="rect">
            <a:avLst/>
          </a:prstGeom>
          <a:noFill/>
        </p:spPr>
        <p:txBody>
          <a:bodyPr wrap="square">
            <a:spAutoFit/>
          </a:bodyPr>
          <a:lstStyle/>
          <a:p>
            <a:pPr algn="just"/>
            <a:r>
              <a:rPr lang="en-US" altLang="zh-CN" sz="2000" dirty="0">
                <a:solidFill>
                  <a:schemeClr val="bg1"/>
                </a:solidFill>
                <a:latin typeface="微软雅黑" panose="020B0503020204020204" charset="-122"/>
                <a:ea typeface="微软雅黑" panose="020B0503020204020204" charset="-122"/>
                <a:cs typeface="Segoe UI" panose="020B0502040204020203" pitchFamily="34" charset="0"/>
              </a:rPr>
              <a:t>AI</a:t>
            </a:r>
            <a:r>
              <a:rPr lang="zh-CN" altLang="zh-CN" sz="2000" dirty="0">
                <a:solidFill>
                  <a:schemeClr val="bg1"/>
                </a:solidFill>
                <a:latin typeface="微软雅黑" panose="020B0503020204020204" charset="-122"/>
                <a:ea typeface="微软雅黑" panose="020B0503020204020204" charset="-122"/>
                <a:cs typeface="Segoe UI" panose="020B0502040204020203" pitchFamily="34" charset="0"/>
              </a:rPr>
              <a:t>应用细分赛道：</a:t>
            </a:r>
            <a:endParaRPr lang="zh-CN" altLang="zh-CN" sz="2000" dirty="0">
              <a:solidFill>
                <a:schemeClr val="bg1"/>
              </a:solidFill>
              <a:latin typeface="微软雅黑" panose="020B0503020204020204" charset="-122"/>
              <a:ea typeface="微软雅黑" panose="020B0503020204020204" charset="-122"/>
              <a:cs typeface="Segoe UI" panose="020B0502040204020203" pitchFamily="34" charset="0"/>
            </a:endParaRPr>
          </a:p>
          <a:p>
            <a:pPr algn="just"/>
            <a:r>
              <a:rPr lang="zh-CN" altLang="zh-CN" sz="1600" dirty="0">
                <a:solidFill>
                  <a:schemeClr val="bg1"/>
                </a:solidFill>
                <a:latin typeface="微软雅黑" panose="020B0503020204020204" charset="-122"/>
                <a:ea typeface="微软雅黑" panose="020B0503020204020204" charset="-122"/>
                <a:cs typeface="Segoe UI" panose="020B0502040204020203" pitchFamily="34" charset="0"/>
              </a:rPr>
              <a:t>视频</a:t>
            </a:r>
            <a:r>
              <a:rPr lang="en-US" altLang="zh-CN" sz="1600" dirty="0">
                <a:solidFill>
                  <a:schemeClr val="bg1"/>
                </a:solidFill>
                <a:latin typeface="微软雅黑" panose="020B0503020204020204" charset="-122"/>
                <a:ea typeface="微软雅黑" panose="020B0503020204020204" charset="-122"/>
                <a:cs typeface="Segoe UI" panose="020B0502040204020203" pitchFamily="34" charset="0"/>
              </a:rPr>
              <a:t>/</a:t>
            </a:r>
            <a:r>
              <a:rPr lang="zh-CN" altLang="zh-CN" sz="1600" dirty="0">
                <a:solidFill>
                  <a:schemeClr val="bg1"/>
                </a:solidFill>
                <a:latin typeface="微软雅黑" panose="020B0503020204020204" charset="-122"/>
                <a:ea typeface="微软雅黑" panose="020B0503020204020204" charset="-122"/>
                <a:cs typeface="Segoe UI" panose="020B0502040204020203" pitchFamily="34" charset="0"/>
              </a:rPr>
              <a:t>视效类、图片应用类、文本生成</a:t>
            </a:r>
            <a:r>
              <a:rPr lang="en-US" altLang="zh-CN" sz="1600" dirty="0">
                <a:solidFill>
                  <a:schemeClr val="bg1"/>
                </a:solidFill>
                <a:latin typeface="微软雅黑" panose="020B0503020204020204" charset="-122"/>
                <a:ea typeface="微软雅黑" panose="020B0503020204020204" charset="-122"/>
                <a:cs typeface="Segoe UI" panose="020B0502040204020203" pitchFamily="34" charset="0"/>
              </a:rPr>
              <a:t>/</a:t>
            </a:r>
            <a:r>
              <a:rPr lang="zh-CN" altLang="zh-CN" sz="1600" dirty="0">
                <a:solidFill>
                  <a:schemeClr val="bg1"/>
                </a:solidFill>
                <a:latin typeface="微软雅黑" panose="020B0503020204020204" charset="-122"/>
                <a:ea typeface="微软雅黑" panose="020B0503020204020204" charset="-122"/>
                <a:cs typeface="Segoe UI" panose="020B0502040204020203" pitchFamily="34" charset="0"/>
              </a:rPr>
              <a:t>处理类、数字人应用类、世界模型、</a:t>
            </a:r>
            <a:r>
              <a:rPr lang="en-US" altLang="zh-CN" sz="1600" dirty="0">
                <a:solidFill>
                  <a:schemeClr val="bg1"/>
                </a:solidFill>
                <a:latin typeface="微软雅黑" panose="020B0503020204020204" charset="-122"/>
                <a:ea typeface="微软雅黑" panose="020B0503020204020204" charset="-122"/>
                <a:cs typeface="Segoe UI" panose="020B0502040204020203" pitchFamily="34" charset="0"/>
              </a:rPr>
              <a:t>3D</a:t>
            </a:r>
            <a:r>
              <a:rPr lang="zh-CN" altLang="zh-CN" sz="1600" dirty="0">
                <a:solidFill>
                  <a:schemeClr val="bg1"/>
                </a:solidFill>
                <a:latin typeface="微软雅黑" panose="020B0503020204020204" charset="-122"/>
                <a:ea typeface="微软雅黑" panose="020B0503020204020204" charset="-122"/>
                <a:cs typeface="Segoe UI" panose="020B0502040204020203" pitchFamily="34" charset="0"/>
              </a:rPr>
              <a:t>类应用、游戏类应用、</a:t>
            </a:r>
            <a:r>
              <a:rPr lang="en-US" altLang="zh-CN" sz="1600" dirty="0">
                <a:solidFill>
                  <a:schemeClr val="bg1"/>
                </a:solidFill>
                <a:latin typeface="微软雅黑" panose="020B0503020204020204" charset="-122"/>
                <a:ea typeface="微软雅黑" panose="020B0503020204020204" charset="-122"/>
                <a:cs typeface="Segoe UI" panose="020B0502040204020203" pitchFamily="34" charset="0"/>
              </a:rPr>
              <a:t>AI</a:t>
            </a:r>
            <a:r>
              <a:rPr lang="zh-CN" altLang="en-US" sz="1600" dirty="0">
                <a:solidFill>
                  <a:schemeClr val="bg1"/>
                </a:solidFill>
                <a:latin typeface="微软雅黑" panose="020B0503020204020204" charset="-122"/>
                <a:ea typeface="微软雅黑" panose="020B0503020204020204" charset="-122"/>
                <a:cs typeface="Segoe UI" panose="020B0502040204020203" pitchFamily="34" charset="0"/>
              </a:rPr>
              <a:t>硬件、</a:t>
            </a:r>
            <a:r>
              <a:rPr lang="zh-CN" altLang="en-US" sz="1600" dirty="0">
                <a:solidFill>
                  <a:schemeClr val="bg1"/>
                </a:solidFill>
                <a:latin typeface="微软雅黑" panose="020B0503020204020204" charset="-122"/>
                <a:ea typeface="微软雅黑" panose="020B0503020204020204" charset="-122"/>
                <a:cs typeface="Segoe UI" panose="020B0502040204020203" pitchFamily="34" charset="0"/>
              </a:rPr>
              <a:t>其他</a:t>
            </a:r>
            <a:endParaRPr lang="zh-CN" altLang="en-US" sz="1600" dirty="0">
              <a:solidFill>
                <a:schemeClr val="bg1"/>
              </a:solidFill>
              <a:latin typeface="微软雅黑" panose="020B0503020204020204" charset="-122"/>
              <a:ea typeface="微软雅黑" panose="020B0503020204020204" charset="-122"/>
              <a:cs typeface="Segoe UI" panose="020B0502040204020203" pitchFamily="34" charset="0"/>
            </a:endParaRPr>
          </a:p>
        </p:txBody>
      </p:sp>
    </p:spTree>
  </p:cSld>
  <p:clrMapOvr>
    <a:masterClrMapping/>
  </p:clrMapOvr>
  <p:transition>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 name="Title 46"/>
          <p:cNvSpPr>
            <a:spLocks noGrp="1"/>
          </p:cNvSpPr>
          <p:nvPr>
            <p:ph type="title"/>
          </p:nvPr>
        </p:nvSpPr>
        <p:spPr>
          <a:xfrm>
            <a:off x="543560" y="255270"/>
            <a:ext cx="10806430" cy="492125"/>
          </a:xfrm>
        </p:spPr>
        <p:txBody>
          <a:bodyPr/>
          <a:lstStyle/>
          <a:p>
            <a:r>
              <a:rPr lang="zh-CN" altLang="en-US" dirty="0">
                <a:solidFill>
                  <a:schemeClr val="bg1"/>
                </a:solidFill>
                <a:latin typeface="微软雅黑" panose="020B0503020204020204" charset="-122"/>
                <a:ea typeface="微软雅黑" panose="020B0503020204020204" charset="-122"/>
              </a:rPr>
              <a:t>项目的背景和目标</a:t>
            </a:r>
            <a:endParaRPr lang="zh-CN" altLang="en-US" dirty="0">
              <a:solidFill>
                <a:schemeClr val="bg1"/>
              </a:solidFill>
              <a:latin typeface="微软雅黑" panose="020B0503020204020204" charset="-122"/>
              <a:ea typeface="微软雅黑" panose="020B0503020204020204" charset="-122"/>
            </a:endParaRPr>
          </a:p>
        </p:txBody>
      </p:sp>
      <p:sp>
        <p:nvSpPr>
          <p:cNvPr id="2" name="Text Placeholder 5"/>
          <p:cNvSpPr txBox="1"/>
          <p:nvPr/>
        </p:nvSpPr>
        <p:spPr>
          <a:xfrm>
            <a:off x="499745" y="2256175"/>
            <a:ext cx="3480435" cy="307340"/>
          </a:xfrm>
          <a:prstGeom prst="rect">
            <a:avLst/>
          </a:prstGeom>
        </p:spPr>
        <p:txBody>
          <a:bodyPr vert="horz" wrap="square" lIns="0" tIns="0" rIns="0" bIns="0" rtlCol="0">
            <a:spAutoFit/>
          </a:bodyPr>
          <a:lstStyle>
            <a:lvl1pPr marL="228600" marR="0" indent="-228600" algn="l" defTabSz="932815" rtl="0" eaLnBrk="1" fontAlgn="auto" latinLnBrk="0" hangingPunct="1">
              <a:lnSpc>
                <a:spcPct val="100000"/>
              </a:lnSpc>
              <a:spcBef>
                <a:spcPct val="20000"/>
              </a:spcBef>
              <a:spcAft>
                <a:spcPts val="0"/>
              </a:spcAft>
              <a:buClrTx/>
              <a:buSzPct val="90000"/>
              <a:buFont typeface="Wingdings" panose="05000000000000000000" pitchFamily="2" charset="2"/>
              <a:buChar char=""/>
              <a:defRPr sz="2800" kern="1200" spc="0" baseline="0">
                <a:solidFill>
                  <a:schemeClr val="tx1"/>
                </a:solidFill>
                <a:latin typeface="+mn-lt"/>
                <a:ea typeface="+mn-ea"/>
                <a:cs typeface="Segoe UI" panose="020B0502040204020203" pitchFamily="34" charset="0"/>
              </a:defRPr>
            </a:lvl1pPr>
            <a:lvl2pPr marL="457200" marR="0" indent="-228600" algn="l" defTabSz="932815" rtl="0" eaLnBrk="1" fontAlgn="auto" latinLnBrk="0" hangingPunct="1">
              <a:lnSpc>
                <a:spcPct val="100000"/>
              </a:lnSpc>
              <a:spcBef>
                <a:spcPct val="20000"/>
              </a:spcBef>
              <a:spcAft>
                <a:spcPts val="0"/>
              </a:spcAft>
              <a:buClrTx/>
              <a:buSzPct val="90000"/>
              <a:buFont typeface="Wingdings" panose="05000000000000000000" pitchFamily="2" charset="2"/>
              <a:buChar char=""/>
              <a:defRPr sz="2000" kern="1200" spc="0" baseline="0">
                <a:solidFill>
                  <a:schemeClr val="tx1"/>
                </a:solidFill>
                <a:latin typeface="+mn-lt"/>
                <a:ea typeface="+mn-ea"/>
                <a:cs typeface="+mn-cs"/>
              </a:defRPr>
            </a:lvl2pPr>
            <a:lvl3pPr marL="657225" marR="0" indent="-200025" algn="l" defTabSz="932815" rtl="0" eaLnBrk="1" fontAlgn="auto" latinLnBrk="0" hangingPunct="1">
              <a:lnSpc>
                <a:spcPct val="100000"/>
              </a:lnSpc>
              <a:spcBef>
                <a:spcPct val="20000"/>
              </a:spcBef>
              <a:spcAft>
                <a:spcPts val="0"/>
              </a:spcAft>
              <a:buClrTx/>
              <a:buSzPct val="90000"/>
              <a:buFont typeface="Wingdings" panose="05000000000000000000" pitchFamily="2" charset="2"/>
              <a:buChar char=""/>
              <a:defRPr sz="1600" kern="1200" spc="0" baseline="0">
                <a:solidFill>
                  <a:schemeClr val="tx1"/>
                </a:solidFill>
                <a:latin typeface="+mn-lt"/>
                <a:ea typeface="+mn-ea"/>
                <a:cs typeface="+mn-cs"/>
              </a:defRPr>
            </a:lvl3pPr>
            <a:lvl4pPr marL="843280" marR="0" indent="-180975" algn="l" defTabSz="932815" rtl="0" eaLnBrk="1" fontAlgn="auto" latinLnBrk="0" hangingPunct="1">
              <a:lnSpc>
                <a:spcPct val="100000"/>
              </a:lnSpc>
              <a:spcBef>
                <a:spcPct val="20000"/>
              </a:spcBef>
              <a:spcAft>
                <a:spcPts val="0"/>
              </a:spcAft>
              <a:buClrTx/>
              <a:buSzPct val="90000"/>
              <a:buFont typeface="Wingdings" panose="05000000000000000000" pitchFamily="2" charset="2"/>
              <a:buChar char=""/>
              <a:defRPr sz="1400" kern="1200" spc="0" baseline="0">
                <a:solidFill>
                  <a:schemeClr val="tx1"/>
                </a:solidFill>
                <a:latin typeface="+mn-lt"/>
                <a:ea typeface="+mn-ea"/>
                <a:cs typeface="+mn-cs"/>
              </a:defRPr>
            </a:lvl4pPr>
            <a:lvl5pPr marL="1024255" marR="0" indent="-168275" algn="l" defTabSz="932815" rtl="0" eaLnBrk="1" fontAlgn="auto" latinLnBrk="0" hangingPunct="1">
              <a:lnSpc>
                <a:spcPct val="100000"/>
              </a:lnSpc>
              <a:spcBef>
                <a:spcPct val="20000"/>
              </a:spcBef>
              <a:spcAft>
                <a:spcPts val="0"/>
              </a:spcAft>
              <a:buClrTx/>
              <a:buSzPct val="90000"/>
              <a:buFont typeface="Wingdings" panose="05000000000000000000" pitchFamily="2" charset="2"/>
              <a:buChar char=""/>
              <a:defRPr sz="1400" kern="1200" spc="0" baseline="0">
                <a:solidFill>
                  <a:schemeClr val="tx1"/>
                </a:solidFill>
                <a:latin typeface="+mn-lt"/>
                <a:ea typeface="+mn-ea"/>
                <a:cs typeface="+mn-cs"/>
              </a:defRPr>
            </a:lvl5pPr>
            <a:lvl6pPr marL="2564765" indent="-233045" algn="l" defTabSz="932815"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3031490" indent="-233045" algn="l" defTabSz="932815"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97580" indent="-233045" algn="l" defTabSz="932815"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964305" indent="-233045" algn="l" defTabSz="932815"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buFont typeface="Wingdings" panose="05000000000000000000" pitchFamily="2" charset="2"/>
              <a:buNone/>
            </a:pPr>
            <a:r>
              <a:rPr lang="en-US" altLang="zh-CN" sz="2000" dirty="0">
                <a:solidFill>
                  <a:schemeClr val="bg1"/>
                </a:solidFill>
                <a:latin typeface="微软雅黑" panose="020B0503020204020204" charset="-122"/>
                <a:ea typeface="微软雅黑" panose="020B0503020204020204" charset="-122"/>
              </a:rPr>
              <a:t>* </a:t>
            </a:r>
            <a:r>
              <a:rPr lang="zh-CN" altLang="en-US" sz="2000" dirty="0">
                <a:solidFill>
                  <a:schemeClr val="bg1"/>
                </a:solidFill>
                <a:latin typeface="微软雅黑" panose="020B0503020204020204" charset="-122"/>
                <a:ea typeface="微软雅黑" panose="020B0503020204020204" charset="-122"/>
                <a:sym typeface="+mn-ea"/>
              </a:rPr>
              <a:t>项目设计</a:t>
            </a:r>
            <a:endParaRPr lang="zh-CN" altLang="en-US" sz="2000" dirty="0">
              <a:solidFill>
                <a:schemeClr val="bg1"/>
              </a:solidFill>
              <a:latin typeface="微软雅黑" panose="020B0503020204020204" charset="-122"/>
              <a:ea typeface="微软雅黑" panose="020B0503020204020204" charset="-122"/>
              <a:sym typeface="+mn-ea"/>
            </a:endParaRPr>
          </a:p>
        </p:txBody>
      </p:sp>
      <p:sp>
        <p:nvSpPr>
          <p:cNvPr id="3" name="Text Placeholder 6"/>
          <p:cNvSpPr txBox="1"/>
          <p:nvPr/>
        </p:nvSpPr>
        <p:spPr>
          <a:xfrm>
            <a:off x="499745" y="1654175"/>
            <a:ext cx="3263900" cy="307340"/>
          </a:xfrm>
          <a:prstGeom prst="rect">
            <a:avLst/>
          </a:prstGeom>
        </p:spPr>
        <p:txBody>
          <a:bodyPr vert="horz" wrap="square" lIns="0" tIns="0" rIns="0" bIns="0" rtlCol="0">
            <a:spAutoFit/>
          </a:bodyPr>
          <a:lstStyle>
            <a:lvl1pPr marL="228600" marR="0" indent="-228600" algn="l" defTabSz="932815" rtl="0" eaLnBrk="1" fontAlgn="auto" latinLnBrk="0" hangingPunct="1">
              <a:lnSpc>
                <a:spcPct val="100000"/>
              </a:lnSpc>
              <a:spcBef>
                <a:spcPct val="20000"/>
              </a:spcBef>
              <a:spcAft>
                <a:spcPts val="0"/>
              </a:spcAft>
              <a:buClrTx/>
              <a:buSzPct val="90000"/>
              <a:buFont typeface="Wingdings" panose="05000000000000000000" pitchFamily="2" charset="2"/>
              <a:buChar char=""/>
              <a:defRPr sz="2800" kern="1200" spc="0" baseline="0">
                <a:solidFill>
                  <a:schemeClr val="tx1"/>
                </a:solidFill>
                <a:latin typeface="+mn-lt"/>
                <a:ea typeface="+mn-ea"/>
                <a:cs typeface="Segoe UI" panose="020B0502040204020203" pitchFamily="34" charset="0"/>
              </a:defRPr>
            </a:lvl1pPr>
            <a:lvl2pPr marL="457200" marR="0" indent="-228600" algn="l" defTabSz="932815" rtl="0" eaLnBrk="1" fontAlgn="auto" latinLnBrk="0" hangingPunct="1">
              <a:lnSpc>
                <a:spcPct val="100000"/>
              </a:lnSpc>
              <a:spcBef>
                <a:spcPct val="20000"/>
              </a:spcBef>
              <a:spcAft>
                <a:spcPts val="0"/>
              </a:spcAft>
              <a:buClrTx/>
              <a:buSzPct val="90000"/>
              <a:buFont typeface="Wingdings" panose="05000000000000000000" pitchFamily="2" charset="2"/>
              <a:buChar char=""/>
              <a:defRPr sz="2000" kern="1200" spc="0" baseline="0">
                <a:solidFill>
                  <a:schemeClr val="tx1"/>
                </a:solidFill>
                <a:latin typeface="+mn-lt"/>
                <a:ea typeface="+mn-ea"/>
                <a:cs typeface="+mn-cs"/>
              </a:defRPr>
            </a:lvl2pPr>
            <a:lvl3pPr marL="657225" marR="0" indent="-200025" algn="l" defTabSz="932815" rtl="0" eaLnBrk="1" fontAlgn="auto" latinLnBrk="0" hangingPunct="1">
              <a:lnSpc>
                <a:spcPct val="100000"/>
              </a:lnSpc>
              <a:spcBef>
                <a:spcPct val="20000"/>
              </a:spcBef>
              <a:spcAft>
                <a:spcPts val="0"/>
              </a:spcAft>
              <a:buClrTx/>
              <a:buSzPct val="90000"/>
              <a:buFont typeface="Wingdings" panose="05000000000000000000" pitchFamily="2" charset="2"/>
              <a:buChar char=""/>
              <a:defRPr sz="1600" kern="1200" spc="0" baseline="0">
                <a:solidFill>
                  <a:schemeClr val="tx1"/>
                </a:solidFill>
                <a:latin typeface="+mn-lt"/>
                <a:ea typeface="+mn-ea"/>
                <a:cs typeface="+mn-cs"/>
              </a:defRPr>
            </a:lvl3pPr>
            <a:lvl4pPr marL="843280" marR="0" indent="-180975" algn="l" defTabSz="932815" rtl="0" eaLnBrk="1" fontAlgn="auto" latinLnBrk="0" hangingPunct="1">
              <a:lnSpc>
                <a:spcPct val="100000"/>
              </a:lnSpc>
              <a:spcBef>
                <a:spcPct val="20000"/>
              </a:spcBef>
              <a:spcAft>
                <a:spcPts val="0"/>
              </a:spcAft>
              <a:buClrTx/>
              <a:buSzPct val="90000"/>
              <a:buFont typeface="Wingdings" panose="05000000000000000000" pitchFamily="2" charset="2"/>
              <a:buChar char=""/>
              <a:defRPr sz="1400" kern="1200" spc="0" baseline="0">
                <a:solidFill>
                  <a:schemeClr val="tx1"/>
                </a:solidFill>
                <a:latin typeface="+mn-lt"/>
                <a:ea typeface="+mn-ea"/>
                <a:cs typeface="+mn-cs"/>
              </a:defRPr>
            </a:lvl4pPr>
            <a:lvl5pPr marL="1024255" marR="0" indent="-168275" algn="l" defTabSz="932815" rtl="0" eaLnBrk="1" fontAlgn="auto" latinLnBrk="0" hangingPunct="1">
              <a:lnSpc>
                <a:spcPct val="100000"/>
              </a:lnSpc>
              <a:spcBef>
                <a:spcPct val="20000"/>
              </a:spcBef>
              <a:spcAft>
                <a:spcPts val="0"/>
              </a:spcAft>
              <a:buClrTx/>
              <a:buSzPct val="90000"/>
              <a:buFont typeface="Wingdings" panose="05000000000000000000" pitchFamily="2" charset="2"/>
              <a:buChar char=""/>
              <a:defRPr sz="1400" kern="1200" spc="0" baseline="0">
                <a:solidFill>
                  <a:schemeClr val="tx1"/>
                </a:solidFill>
                <a:latin typeface="+mn-lt"/>
                <a:ea typeface="+mn-ea"/>
                <a:cs typeface="+mn-cs"/>
              </a:defRPr>
            </a:lvl5pPr>
            <a:lvl6pPr marL="2564765" indent="-233045" algn="l" defTabSz="932815"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3031490" indent="-233045" algn="l" defTabSz="932815"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97580" indent="-233045" algn="l" defTabSz="932815"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964305" indent="-233045" algn="l" defTabSz="932815"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buFont typeface="Wingdings" panose="05000000000000000000" pitchFamily="2" charset="2"/>
              <a:buNone/>
            </a:pPr>
            <a:r>
              <a:rPr lang="en-US" altLang="zh-CN" sz="2000" dirty="0">
                <a:solidFill>
                  <a:schemeClr val="bg1"/>
                </a:solidFill>
                <a:latin typeface="微软雅黑" panose="020B0503020204020204" charset="-122"/>
                <a:ea typeface="微软雅黑" panose="020B0503020204020204" charset="-122"/>
              </a:rPr>
              <a:t>* </a:t>
            </a:r>
            <a:r>
              <a:rPr lang="zh-CN" altLang="en-US" sz="2000" dirty="0">
                <a:solidFill>
                  <a:schemeClr val="bg1"/>
                </a:solidFill>
                <a:latin typeface="微软雅黑" panose="020B0503020204020204" charset="-122"/>
                <a:ea typeface="微软雅黑" panose="020B0503020204020204" charset="-122"/>
                <a:sym typeface="+mn-ea"/>
              </a:rPr>
              <a:t>解决的主要问题</a:t>
            </a:r>
            <a:endParaRPr lang="zh-CN" altLang="en-US" sz="2000" dirty="0">
              <a:solidFill>
                <a:schemeClr val="bg1"/>
              </a:solidFill>
              <a:latin typeface="微软雅黑" panose="020B0503020204020204" charset="-122"/>
              <a:ea typeface="微软雅黑" panose="020B0503020204020204" charset="-122"/>
              <a:sym typeface="+mn-ea"/>
            </a:endParaRPr>
          </a:p>
        </p:txBody>
      </p:sp>
    </p:spTree>
  </p:cSld>
  <p:clrMapOvr>
    <a:masterClrMapping/>
  </p:clrMapOvr>
  <p:transition>
    <p:fad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Placeholder 6"/>
          <p:cNvSpPr>
            <a:spLocks noGrp="1"/>
          </p:cNvSpPr>
          <p:nvPr>
            <p:ph type="body" sz="quarter" idx="4294967295"/>
          </p:nvPr>
        </p:nvSpPr>
        <p:spPr>
          <a:xfrm>
            <a:off x="499745" y="1654175"/>
            <a:ext cx="3263900" cy="307340"/>
          </a:xfrm>
        </p:spPr>
        <p:txBody>
          <a:bodyPr/>
          <a:lstStyle/>
          <a:p>
            <a:pPr marL="0" indent="0">
              <a:buNone/>
            </a:pPr>
            <a:r>
              <a:rPr lang="en-US" altLang="zh-CN" sz="2000" dirty="0">
                <a:solidFill>
                  <a:schemeClr val="bg1"/>
                </a:solidFill>
                <a:latin typeface="微软雅黑" panose="020B0503020204020204" charset="-122"/>
                <a:ea typeface="微软雅黑" panose="020B0503020204020204" charset="-122"/>
              </a:rPr>
              <a:t>* </a:t>
            </a:r>
            <a:r>
              <a:rPr lang="zh-CN" altLang="en-US" sz="2000" dirty="0">
                <a:solidFill>
                  <a:schemeClr val="bg1"/>
                </a:solidFill>
                <a:latin typeface="微软雅黑" panose="020B0503020204020204" charset="-122"/>
                <a:ea typeface="微软雅黑" panose="020B0503020204020204" charset="-122"/>
                <a:sym typeface="+mn-ea"/>
              </a:rPr>
              <a:t>核心技术和创新点</a:t>
            </a:r>
            <a:endParaRPr lang="zh-CN" altLang="en-US" sz="2000" dirty="0">
              <a:solidFill>
                <a:schemeClr val="bg1"/>
              </a:solidFill>
              <a:latin typeface="微软雅黑" panose="020B0503020204020204" charset="-122"/>
              <a:ea typeface="微软雅黑" panose="020B0503020204020204" charset="-122"/>
              <a:sym typeface="+mn-ea"/>
            </a:endParaRPr>
          </a:p>
        </p:txBody>
      </p:sp>
      <p:sp>
        <p:nvSpPr>
          <p:cNvPr id="3" name="标题 2"/>
          <p:cNvSpPr>
            <a:spLocks noGrp="1"/>
          </p:cNvSpPr>
          <p:nvPr>
            <p:ph type="title"/>
          </p:nvPr>
        </p:nvSpPr>
        <p:spPr>
          <a:xfrm>
            <a:off x="505460" y="255270"/>
            <a:ext cx="10806430" cy="492125"/>
          </a:xfrm>
        </p:spPr>
        <p:txBody>
          <a:bodyPr/>
          <a:lstStyle/>
          <a:p>
            <a:r>
              <a:rPr lang="zh-CN" altLang="en-US" dirty="0">
                <a:solidFill>
                  <a:schemeClr val="bg1"/>
                </a:solidFill>
                <a:latin typeface="微软雅黑" panose="020B0503020204020204" charset="-122"/>
                <a:ea typeface="微软雅黑" panose="020B0503020204020204" charset="-122"/>
              </a:rPr>
              <a:t>技术架构</a:t>
            </a:r>
            <a:endParaRPr lang="zh-CN" altLang="en-US" dirty="0">
              <a:solidFill>
                <a:schemeClr val="bg1"/>
              </a:solidFill>
              <a:latin typeface="微软雅黑" panose="020B0503020204020204" charset="-122"/>
              <a:ea typeface="微软雅黑" panose="020B0503020204020204" charset="-122"/>
            </a:endParaRPr>
          </a:p>
        </p:txBody>
      </p:sp>
      <p:pic>
        <p:nvPicPr>
          <p:cNvPr id="2" name="图片 1"/>
          <p:cNvPicPr>
            <a:picLocks noChangeAspect="1"/>
          </p:cNvPicPr>
          <p:nvPr/>
        </p:nvPicPr>
        <p:blipFill>
          <a:blip r:embed="rId1"/>
          <a:srcRect l="1285" t="971"/>
          <a:stretch>
            <a:fillRect/>
          </a:stretch>
        </p:blipFill>
        <p:spPr>
          <a:xfrm>
            <a:off x="7692390" y="1112520"/>
            <a:ext cx="3999865" cy="4662805"/>
          </a:xfrm>
          <a:prstGeom prst="rect">
            <a:avLst/>
          </a:prstGeom>
        </p:spPr>
      </p:pic>
      <p:sp>
        <p:nvSpPr>
          <p:cNvPr id="4" name="Text Placeholder 6"/>
          <p:cNvSpPr txBox="1"/>
          <p:nvPr/>
        </p:nvSpPr>
        <p:spPr>
          <a:xfrm>
            <a:off x="499745" y="2202815"/>
            <a:ext cx="3263900" cy="307340"/>
          </a:xfrm>
          <a:prstGeom prst="rect">
            <a:avLst/>
          </a:prstGeom>
        </p:spPr>
        <p:txBody>
          <a:bodyPr vert="horz" wrap="square" lIns="0" tIns="0" rIns="0" bIns="0" rtlCol="0">
            <a:spAutoFit/>
          </a:bodyPr>
          <a:lstStyle>
            <a:lvl1pPr marL="228600" marR="0" indent="-228600" algn="l" defTabSz="932815" rtl="0" eaLnBrk="1" fontAlgn="auto" latinLnBrk="0" hangingPunct="1">
              <a:lnSpc>
                <a:spcPct val="100000"/>
              </a:lnSpc>
              <a:spcBef>
                <a:spcPct val="20000"/>
              </a:spcBef>
              <a:spcAft>
                <a:spcPts val="0"/>
              </a:spcAft>
              <a:buClrTx/>
              <a:buSzPct val="90000"/>
              <a:buFont typeface="Wingdings" panose="05000000000000000000" pitchFamily="2" charset="2"/>
              <a:buChar char=""/>
              <a:defRPr sz="2800" kern="1200" spc="0" baseline="0">
                <a:solidFill>
                  <a:schemeClr val="tx1"/>
                </a:solidFill>
                <a:latin typeface="+mn-lt"/>
                <a:ea typeface="+mn-ea"/>
                <a:cs typeface="Segoe UI" panose="020B0502040204020203" pitchFamily="34" charset="0"/>
              </a:defRPr>
            </a:lvl1pPr>
            <a:lvl2pPr marL="457200" marR="0" indent="-228600" algn="l" defTabSz="932815" rtl="0" eaLnBrk="1" fontAlgn="auto" latinLnBrk="0" hangingPunct="1">
              <a:lnSpc>
                <a:spcPct val="100000"/>
              </a:lnSpc>
              <a:spcBef>
                <a:spcPct val="20000"/>
              </a:spcBef>
              <a:spcAft>
                <a:spcPts val="0"/>
              </a:spcAft>
              <a:buClrTx/>
              <a:buSzPct val="90000"/>
              <a:buFont typeface="Wingdings" panose="05000000000000000000" pitchFamily="2" charset="2"/>
              <a:buChar char=""/>
              <a:defRPr sz="2000" kern="1200" spc="0" baseline="0">
                <a:solidFill>
                  <a:schemeClr val="tx1"/>
                </a:solidFill>
                <a:latin typeface="+mn-lt"/>
                <a:ea typeface="+mn-ea"/>
                <a:cs typeface="+mn-cs"/>
              </a:defRPr>
            </a:lvl2pPr>
            <a:lvl3pPr marL="657225" marR="0" indent="-200025" algn="l" defTabSz="932815" rtl="0" eaLnBrk="1" fontAlgn="auto" latinLnBrk="0" hangingPunct="1">
              <a:lnSpc>
                <a:spcPct val="100000"/>
              </a:lnSpc>
              <a:spcBef>
                <a:spcPct val="20000"/>
              </a:spcBef>
              <a:spcAft>
                <a:spcPts val="0"/>
              </a:spcAft>
              <a:buClrTx/>
              <a:buSzPct val="90000"/>
              <a:buFont typeface="Wingdings" panose="05000000000000000000" pitchFamily="2" charset="2"/>
              <a:buChar char=""/>
              <a:defRPr sz="1600" kern="1200" spc="0" baseline="0">
                <a:solidFill>
                  <a:schemeClr val="tx1"/>
                </a:solidFill>
                <a:latin typeface="+mn-lt"/>
                <a:ea typeface="+mn-ea"/>
                <a:cs typeface="+mn-cs"/>
              </a:defRPr>
            </a:lvl3pPr>
            <a:lvl4pPr marL="843280" marR="0" indent="-180975" algn="l" defTabSz="932815" rtl="0" eaLnBrk="1" fontAlgn="auto" latinLnBrk="0" hangingPunct="1">
              <a:lnSpc>
                <a:spcPct val="100000"/>
              </a:lnSpc>
              <a:spcBef>
                <a:spcPct val="20000"/>
              </a:spcBef>
              <a:spcAft>
                <a:spcPts val="0"/>
              </a:spcAft>
              <a:buClrTx/>
              <a:buSzPct val="90000"/>
              <a:buFont typeface="Wingdings" panose="05000000000000000000" pitchFamily="2" charset="2"/>
              <a:buChar char=""/>
              <a:defRPr sz="1400" kern="1200" spc="0" baseline="0">
                <a:solidFill>
                  <a:schemeClr val="tx1"/>
                </a:solidFill>
                <a:latin typeface="+mn-lt"/>
                <a:ea typeface="+mn-ea"/>
                <a:cs typeface="+mn-cs"/>
              </a:defRPr>
            </a:lvl4pPr>
            <a:lvl5pPr marL="1024255" marR="0" indent="-168275" algn="l" defTabSz="932815" rtl="0" eaLnBrk="1" fontAlgn="auto" latinLnBrk="0" hangingPunct="1">
              <a:lnSpc>
                <a:spcPct val="100000"/>
              </a:lnSpc>
              <a:spcBef>
                <a:spcPct val="20000"/>
              </a:spcBef>
              <a:spcAft>
                <a:spcPts val="0"/>
              </a:spcAft>
              <a:buClrTx/>
              <a:buSzPct val="90000"/>
              <a:buFont typeface="Wingdings" panose="05000000000000000000" pitchFamily="2" charset="2"/>
              <a:buChar char=""/>
              <a:defRPr sz="1400" kern="1200" spc="0" baseline="0">
                <a:solidFill>
                  <a:schemeClr val="tx1"/>
                </a:solidFill>
                <a:latin typeface="+mn-lt"/>
                <a:ea typeface="+mn-ea"/>
                <a:cs typeface="+mn-cs"/>
              </a:defRPr>
            </a:lvl5pPr>
            <a:lvl6pPr marL="2564765" indent="-233045" algn="l" defTabSz="932815"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3031490" indent="-233045" algn="l" defTabSz="932815"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97580" indent="-233045" algn="l" defTabSz="932815"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964305" indent="-233045" algn="l" defTabSz="932815"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buFont typeface="Wingdings" panose="05000000000000000000" pitchFamily="2" charset="2"/>
              <a:buNone/>
            </a:pPr>
            <a:r>
              <a:rPr lang="en-US" altLang="zh-CN" sz="2000" dirty="0">
                <a:solidFill>
                  <a:schemeClr val="bg1"/>
                </a:solidFill>
                <a:latin typeface="微软雅黑" panose="020B0503020204020204" charset="-122"/>
                <a:ea typeface="微软雅黑" panose="020B0503020204020204" charset="-122"/>
              </a:rPr>
              <a:t>* </a:t>
            </a:r>
            <a:r>
              <a:rPr lang="zh-CN" altLang="en-US" sz="2000" dirty="0">
                <a:solidFill>
                  <a:schemeClr val="bg1"/>
                </a:solidFill>
                <a:latin typeface="微软雅黑" panose="020B0503020204020204" charset="-122"/>
                <a:ea typeface="微软雅黑" panose="020B0503020204020204" charset="-122"/>
                <a:sym typeface="+mn-ea"/>
              </a:rPr>
              <a:t>技术架构图</a:t>
            </a:r>
            <a:endParaRPr lang="zh-CN" altLang="en-US" sz="2000" dirty="0">
              <a:solidFill>
                <a:schemeClr val="bg1"/>
              </a:solidFill>
              <a:latin typeface="微软雅黑" panose="020B0503020204020204" charset="-122"/>
              <a:ea typeface="微软雅黑" panose="020B0503020204020204" charset="-122"/>
              <a:sym typeface="+mn-ea"/>
            </a:endParaRPr>
          </a:p>
        </p:txBody>
      </p:sp>
      <p:sp>
        <p:nvSpPr>
          <p:cNvPr id="5" name="Text Placeholder 6"/>
          <p:cNvSpPr txBox="1"/>
          <p:nvPr/>
        </p:nvSpPr>
        <p:spPr>
          <a:xfrm>
            <a:off x="8164195" y="5971546"/>
            <a:ext cx="3263900" cy="246221"/>
          </a:xfrm>
          <a:prstGeom prst="rect">
            <a:avLst/>
          </a:prstGeom>
        </p:spPr>
        <p:txBody>
          <a:bodyPr vert="horz" wrap="square" lIns="0" tIns="0" rIns="0" bIns="0" rtlCol="0">
            <a:spAutoFit/>
          </a:bodyPr>
          <a:lstStyle>
            <a:lvl1pPr marL="228600" marR="0" indent="-228600" algn="l" defTabSz="932815" rtl="0" eaLnBrk="1" fontAlgn="auto" latinLnBrk="0" hangingPunct="1">
              <a:lnSpc>
                <a:spcPct val="100000"/>
              </a:lnSpc>
              <a:spcBef>
                <a:spcPct val="20000"/>
              </a:spcBef>
              <a:spcAft>
                <a:spcPts val="0"/>
              </a:spcAft>
              <a:buClrTx/>
              <a:buSzPct val="90000"/>
              <a:buFont typeface="Wingdings" panose="05000000000000000000" pitchFamily="2" charset="2"/>
              <a:buChar char=""/>
              <a:defRPr sz="2800" kern="1200" spc="0" baseline="0">
                <a:solidFill>
                  <a:schemeClr val="tx1"/>
                </a:solidFill>
                <a:latin typeface="+mn-lt"/>
                <a:ea typeface="+mn-ea"/>
                <a:cs typeface="Segoe UI" panose="020B0502040204020203" pitchFamily="34" charset="0"/>
              </a:defRPr>
            </a:lvl1pPr>
            <a:lvl2pPr marL="457200" marR="0" indent="-228600" algn="l" defTabSz="932815" rtl="0" eaLnBrk="1" fontAlgn="auto" latinLnBrk="0" hangingPunct="1">
              <a:lnSpc>
                <a:spcPct val="100000"/>
              </a:lnSpc>
              <a:spcBef>
                <a:spcPct val="20000"/>
              </a:spcBef>
              <a:spcAft>
                <a:spcPts val="0"/>
              </a:spcAft>
              <a:buClrTx/>
              <a:buSzPct val="90000"/>
              <a:buFont typeface="Wingdings" panose="05000000000000000000" pitchFamily="2" charset="2"/>
              <a:buChar char=""/>
              <a:defRPr sz="2000" kern="1200" spc="0" baseline="0">
                <a:solidFill>
                  <a:schemeClr val="tx1"/>
                </a:solidFill>
                <a:latin typeface="+mn-lt"/>
                <a:ea typeface="+mn-ea"/>
                <a:cs typeface="+mn-cs"/>
              </a:defRPr>
            </a:lvl2pPr>
            <a:lvl3pPr marL="657225" marR="0" indent="-200025" algn="l" defTabSz="932815" rtl="0" eaLnBrk="1" fontAlgn="auto" latinLnBrk="0" hangingPunct="1">
              <a:lnSpc>
                <a:spcPct val="100000"/>
              </a:lnSpc>
              <a:spcBef>
                <a:spcPct val="20000"/>
              </a:spcBef>
              <a:spcAft>
                <a:spcPts val="0"/>
              </a:spcAft>
              <a:buClrTx/>
              <a:buSzPct val="90000"/>
              <a:buFont typeface="Wingdings" panose="05000000000000000000" pitchFamily="2" charset="2"/>
              <a:buChar char=""/>
              <a:defRPr sz="1600" kern="1200" spc="0" baseline="0">
                <a:solidFill>
                  <a:schemeClr val="tx1"/>
                </a:solidFill>
                <a:latin typeface="+mn-lt"/>
                <a:ea typeface="+mn-ea"/>
                <a:cs typeface="+mn-cs"/>
              </a:defRPr>
            </a:lvl3pPr>
            <a:lvl4pPr marL="843280" marR="0" indent="-180975" algn="l" defTabSz="932815" rtl="0" eaLnBrk="1" fontAlgn="auto" latinLnBrk="0" hangingPunct="1">
              <a:lnSpc>
                <a:spcPct val="100000"/>
              </a:lnSpc>
              <a:spcBef>
                <a:spcPct val="20000"/>
              </a:spcBef>
              <a:spcAft>
                <a:spcPts val="0"/>
              </a:spcAft>
              <a:buClrTx/>
              <a:buSzPct val="90000"/>
              <a:buFont typeface="Wingdings" panose="05000000000000000000" pitchFamily="2" charset="2"/>
              <a:buChar char=""/>
              <a:defRPr sz="1400" kern="1200" spc="0" baseline="0">
                <a:solidFill>
                  <a:schemeClr val="tx1"/>
                </a:solidFill>
                <a:latin typeface="+mn-lt"/>
                <a:ea typeface="+mn-ea"/>
                <a:cs typeface="+mn-cs"/>
              </a:defRPr>
            </a:lvl4pPr>
            <a:lvl5pPr marL="1024255" marR="0" indent="-168275" algn="l" defTabSz="932815" rtl="0" eaLnBrk="1" fontAlgn="auto" latinLnBrk="0" hangingPunct="1">
              <a:lnSpc>
                <a:spcPct val="100000"/>
              </a:lnSpc>
              <a:spcBef>
                <a:spcPct val="20000"/>
              </a:spcBef>
              <a:spcAft>
                <a:spcPts val="0"/>
              </a:spcAft>
              <a:buClrTx/>
              <a:buSzPct val="90000"/>
              <a:buFont typeface="Wingdings" panose="05000000000000000000" pitchFamily="2" charset="2"/>
              <a:buChar char=""/>
              <a:defRPr sz="1400" kern="1200" spc="0" baseline="0">
                <a:solidFill>
                  <a:schemeClr val="tx1"/>
                </a:solidFill>
                <a:latin typeface="+mn-lt"/>
                <a:ea typeface="+mn-ea"/>
                <a:cs typeface="+mn-cs"/>
              </a:defRPr>
            </a:lvl5pPr>
            <a:lvl6pPr marL="2564765" indent="-233045" algn="l" defTabSz="932815"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3031490" indent="-233045" algn="l" defTabSz="932815"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97580" indent="-233045" algn="l" defTabSz="932815"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964305" indent="-233045" algn="l" defTabSz="932815"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ctr">
              <a:buFont typeface="Wingdings" panose="05000000000000000000" pitchFamily="2" charset="2"/>
              <a:buNone/>
            </a:pPr>
            <a:r>
              <a:rPr lang="zh-CN" altLang="en-US" sz="1600" dirty="0">
                <a:solidFill>
                  <a:schemeClr val="bg1"/>
                </a:solidFill>
                <a:latin typeface="微软雅黑" panose="020B0503020204020204" charset="-122"/>
                <a:ea typeface="微软雅黑" panose="020B0503020204020204" charset="-122"/>
                <a:sym typeface="+mn-ea"/>
              </a:rPr>
              <a:t>技术架构图示意（使用实际替换）</a:t>
            </a:r>
            <a:endParaRPr lang="zh-CN" altLang="en-US" sz="1600" dirty="0">
              <a:solidFill>
                <a:schemeClr val="bg1"/>
              </a:solidFill>
              <a:latin typeface="微软雅黑" panose="020B0503020204020204" charset="-122"/>
              <a:ea typeface="微软雅黑" panose="020B0503020204020204" charset="-122"/>
              <a:sym typeface="+mn-ea"/>
            </a:endParaRPr>
          </a:p>
        </p:txBody>
      </p:sp>
    </p:spTree>
  </p:cSld>
  <p:clrMapOvr>
    <a:masterClrMapping/>
  </p:clrMapOvr>
  <p:transition>
    <p:fad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Placeholder 5"/>
          <p:cNvSpPr>
            <a:spLocks noGrp="1"/>
          </p:cNvSpPr>
          <p:nvPr>
            <p:ph type="body" sz="quarter" idx="4294967295"/>
          </p:nvPr>
        </p:nvSpPr>
        <p:spPr>
          <a:xfrm>
            <a:off x="489585" y="1530985"/>
            <a:ext cx="3480435" cy="307340"/>
          </a:xfrm>
        </p:spPr>
        <p:txBody>
          <a:bodyPr wrap="square"/>
          <a:lstStyle/>
          <a:p>
            <a:pPr marL="0" indent="0">
              <a:buNone/>
            </a:pPr>
            <a:r>
              <a:rPr lang="en-US" altLang="zh-CN" sz="2000" dirty="0">
                <a:solidFill>
                  <a:schemeClr val="bg1"/>
                </a:solidFill>
                <a:latin typeface="微软雅黑" panose="020B0503020204020204" charset="-122"/>
                <a:ea typeface="微软雅黑" panose="020B0503020204020204" charset="-122"/>
              </a:rPr>
              <a:t>* </a:t>
            </a:r>
            <a:r>
              <a:rPr lang="zh-CN" altLang="en-US" sz="2000" dirty="0">
                <a:solidFill>
                  <a:schemeClr val="bg1"/>
                </a:solidFill>
                <a:latin typeface="微软雅黑" panose="020B0503020204020204" charset="-122"/>
                <a:ea typeface="微软雅黑" panose="020B0503020204020204" charset="-122"/>
                <a:sym typeface="+mn-ea"/>
              </a:rPr>
              <a:t>具体应用</a:t>
            </a:r>
            <a:endParaRPr lang="zh-CN" altLang="en-US" sz="2000" dirty="0">
              <a:solidFill>
                <a:schemeClr val="bg1"/>
              </a:solidFill>
              <a:latin typeface="微软雅黑" panose="020B0503020204020204" charset="-122"/>
              <a:ea typeface="微软雅黑" panose="020B0503020204020204" charset="-122"/>
              <a:sym typeface="+mn-ea"/>
            </a:endParaRPr>
          </a:p>
        </p:txBody>
      </p:sp>
      <p:sp>
        <p:nvSpPr>
          <p:cNvPr id="14" name="Text Placeholder 13"/>
          <p:cNvSpPr>
            <a:spLocks noGrp="1"/>
          </p:cNvSpPr>
          <p:nvPr>
            <p:ph type="body" sz="quarter" idx="4294967295"/>
          </p:nvPr>
        </p:nvSpPr>
        <p:spPr>
          <a:xfrm>
            <a:off x="489585" y="2098675"/>
            <a:ext cx="3881755" cy="307340"/>
          </a:xfrm>
        </p:spPr>
        <p:txBody>
          <a:bodyPr wrap="square"/>
          <a:lstStyle/>
          <a:p>
            <a:pPr marL="0" indent="0">
              <a:buNone/>
            </a:pPr>
            <a:r>
              <a:rPr lang="en-US" altLang="zh-CN" sz="2000" dirty="0">
                <a:solidFill>
                  <a:schemeClr val="bg1"/>
                </a:solidFill>
                <a:latin typeface="微软雅黑" panose="020B0503020204020204" charset="-122"/>
                <a:ea typeface="微软雅黑" panose="020B0503020204020204" charset="-122"/>
              </a:rPr>
              <a:t>* </a:t>
            </a:r>
            <a:r>
              <a:rPr lang="zh-CN" altLang="en-US" sz="2000" dirty="0">
                <a:solidFill>
                  <a:schemeClr val="bg1"/>
                </a:solidFill>
                <a:latin typeface="微软雅黑" panose="020B0503020204020204" charset="-122"/>
                <a:ea typeface="微软雅黑" panose="020B0503020204020204" charset="-122"/>
              </a:rPr>
              <a:t>遇到的挑战和解决方案</a:t>
            </a:r>
            <a:endParaRPr lang="zh-CN" altLang="en-US" sz="2000" dirty="0">
              <a:solidFill>
                <a:schemeClr val="bg1"/>
              </a:solidFill>
              <a:latin typeface="微软雅黑" panose="020B0503020204020204" charset="-122"/>
              <a:ea typeface="微软雅黑" panose="020B0503020204020204" charset="-122"/>
            </a:endParaRPr>
          </a:p>
        </p:txBody>
      </p:sp>
      <p:sp>
        <p:nvSpPr>
          <p:cNvPr id="3" name="标题 2"/>
          <p:cNvSpPr>
            <a:spLocks noGrp="1"/>
          </p:cNvSpPr>
          <p:nvPr>
            <p:ph type="title"/>
          </p:nvPr>
        </p:nvSpPr>
        <p:spPr>
          <a:xfrm>
            <a:off x="505460" y="255270"/>
            <a:ext cx="10806430" cy="492125"/>
          </a:xfrm>
        </p:spPr>
        <p:txBody>
          <a:bodyPr/>
          <a:lstStyle/>
          <a:p>
            <a:r>
              <a:rPr lang="zh-CN" altLang="en-US" dirty="0">
                <a:solidFill>
                  <a:schemeClr val="bg1"/>
                </a:solidFill>
                <a:latin typeface="微软雅黑" panose="020B0503020204020204" charset="-122"/>
                <a:ea typeface="微软雅黑" panose="020B0503020204020204" charset="-122"/>
              </a:rPr>
              <a:t>系统架构</a:t>
            </a:r>
            <a:endParaRPr lang="zh-CN" altLang="en-US" dirty="0">
              <a:solidFill>
                <a:schemeClr val="bg1"/>
              </a:solidFill>
              <a:latin typeface="微软雅黑" panose="020B0503020204020204" charset="-122"/>
              <a:ea typeface="微软雅黑" panose="020B0503020204020204" charset="-122"/>
            </a:endParaRPr>
          </a:p>
        </p:txBody>
      </p:sp>
    </p:spTree>
  </p:cSld>
  <p:clrMapOvr>
    <a:masterClrMapping/>
  </p:clrMapOvr>
  <p:transition>
    <p:fad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572135" y="255270"/>
            <a:ext cx="10806430" cy="492125"/>
          </a:xfrm>
        </p:spPr>
        <p:txBody>
          <a:bodyPr/>
          <a:lstStyle/>
          <a:p>
            <a:r>
              <a:rPr lang="zh-CN" altLang="en-US">
                <a:solidFill>
                  <a:schemeClr val="bg1"/>
                </a:solidFill>
                <a:latin typeface="微软雅黑" panose="020B0503020204020204" charset="-122"/>
                <a:ea typeface="微软雅黑" panose="020B0503020204020204" charset="-122"/>
              </a:rPr>
              <a:t>项目演示</a:t>
            </a:r>
            <a:endParaRPr lang="zh-CN" altLang="en-US">
              <a:solidFill>
                <a:schemeClr val="bg1"/>
              </a:solidFill>
              <a:latin typeface="微软雅黑" panose="020B0503020204020204" charset="-122"/>
              <a:ea typeface="微软雅黑" panose="020B0503020204020204" charset="-122"/>
            </a:endParaRPr>
          </a:p>
        </p:txBody>
      </p:sp>
    </p:spTree>
  </p:cSld>
  <p:clrMapOvr>
    <a:masterClrMapping/>
  </p:clrMapOvr>
  <mc:AlternateContent xmlns:mc="http://schemas.openxmlformats.org/markup-compatibility/2006">
    <mc:Choice xmlns:p14="http://schemas.microsoft.com/office/powerpoint/2010/main" Requires="p14">
      <p:transition p14:dur="250">
        <p:fade/>
      </p:transition>
    </mc:Choice>
    <mc:Fallback>
      <p:transition>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5"/>
          <p:cNvSpPr>
            <a:spLocks noGrp="1"/>
          </p:cNvSpPr>
          <p:nvPr>
            <p:ph type="body" sz="quarter" idx="16"/>
          </p:nvPr>
        </p:nvSpPr>
        <p:spPr>
          <a:xfrm>
            <a:off x="582930" y="1438275"/>
            <a:ext cx="2532063" cy="307340"/>
          </a:xfrm>
        </p:spPr>
        <p:txBody>
          <a:bodyPr/>
          <a:lstStyle/>
          <a:p>
            <a:pPr marL="0" indent="0">
              <a:buNone/>
            </a:pPr>
            <a:r>
              <a:rPr lang="en-US" altLang="zh-CN" sz="2000" dirty="0">
                <a:solidFill>
                  <a:schemeClr val="bg1"/>
                </a:solidFill>
                <a:latin typeface="微软雅黑" panose="020B0503020204020204" charset="-122"/>
                <a:ea typeface="微软雅黑" panose="020B0503020204020204" charset="-122"/>
              </a:rPr>
              <a:t>* </a:t>
            </a:r>
            <a:r>
              <a:rPr lang="zh-CN" altLang="en-US" sz="2000" dirty="0">
                <a:solidFill>
                  <a:schemeClr val="bg1"/>
                </a:solidFill>
                <a:latin typeface="微软雅黑" panose="020B0503020204020204" charset="-122"/>
                <a:ea typeface="微软雅黑" panose="020B0503020204020204" charset="-122"/>
              </a:rPr>
              <a:t>技术成果和突破</a:t>
            </a:r>
            <a:endParaRPr lang="zh-CN" altLang="en-US" sz="2000" dirty="0">
              <a:solidFill>
                <a:schemeClr val="bg1"/>
              </a:solidFill>
              <a:latin typeface="微软雅黑" panose="020B0503020204020204" charset="-122"/>
              <a:ea typeface="微软雅黑" panose="020B0503020204020204" charset="-122"/>
            </a:endParaRPr>
          </a:p>
        </p:txBody>
      </p:sp>
      <p:sp>
        <p:nvSpPr>
          <p:cNvPr id="3" name="Text Placeholder 6"/>
          <p:cNvSpPr>
            <a:spLocks noGrp="1"/>
          </p:cNvSpPr>
          <p:nvPr/>
        </p:nvSpPr>
        <p:spPr>
          <a:xfrm>
            <a:off x="582930" y="2038985"/>
            <a:ext cx="2533650" cy="307340"/>
          </a:xfrm>
          <a:prstGeom prst="rect">
            <a:avLst/>
          </a:prstGeom>
        </p:spPr>
        <p:txBody>
          <a:bodyPr vert="horz" wrap="square" lIns="0" tIns="0" rIns="0" bIns="0" rtlCol="0" anchor="t">
            <a:spAutoFit/>
          </a:bodyPr>
          <a:lstStyle>
            <a:lvl1pPr marL="0" marR="0" indent="0" algn="l" defTabSz="932815" rtl="0" eaLnBrk="1" fontAlgn="auto" latinLnBrk="0" hangingPunct="1">
              <a:lnSpc>
                <a:spcPct val="100000"/>
              </a:lnSpc>
              <a:spcBef>
                <a:spcPts val="0"/>
              </a:spcBef>
              <a:spcAft>
                <a:spcPts val="0"/>
              </a:spcAft>
              <a:buClrTx/>
              <a:buSzPct val="90000"/>
              <a:buFont typeface="Wingdings" panose="05000000000000000000" pitchFamily="2" charset="2"/>
              <a:buNone/>
              <a:defRPr sz="2000" kern="1200" spc="0" baseline="0">
                <a:solidFill>
                  <a:schemeClr val="tx1"/>
                </a:solidFill>
                <a:latin typeface="+mj-lt"/>
                <a:ea typeface="+mn-ea"/>
                <a:cs typeface="Segoe UI" panose="020B0502040204020203" pitchFamily="34" charset="0"/>
              </a:defRPr>
            </a:lvl1pPr>
            <a:lvl2pPr marL="457200" marR="0" indent="-228600" algn="l" defTabSz="932815" rtl="0" eaLnBrk="1" fontAlgn="auto" latinLnBrk="0" hangingPunct="1">
              <a:lnSpc>
                <a:spcPct val="100000"/>
              </a:lnSpc>
              <a:spcBef>
                <a:spcPct val="20000"/>
              </a:spcBef>
              <a:spcAft>
                <a:spcPts val="0"/>
              </a:spcAft>
              <a:buClrTx/>
              <a:buSzPct val="90000"/>
              <a:buFont typeface="Wingdings" panose="05000000000000000000" pitchFamily="2" charset="2"/>
              <a:buChar char=""/>
              <a:defRPr sz="2000" kern="1200" spc="0" baseline="0">
                <a:solidFill>
                  <a:schemeClr val="tx1"/>
                </a:solidFill>
                <a:latin typeface="+mn-lt"/>
                <a:ea typeface="+mn-ea"/>
                <a:cs typeface="+mn-cs"/>
              </a:defRPr>
            </a:lvl2pPr>
            <a:lvl3pPr marL="657225" marR="0" indent="-200025" algn="l" defTabSz="932815" rtl="0" eaLnBrk="1" fontAlgn="auto" latinLnBrk="0" hangingPunct="1">
              <a:lnSpc>
                <a:spcPct val="100000"/>
              </a:lnSpc>
              <a:spcBef>
                <a:spcPct val="20000"/>
              </a:spcBef>
              <a:spcAft>
                <a:spcPts val="0"/>
              </a:spcAft>
              <a:buClrTx/>
              <a:buSzPct val="90000"/>
              <a:buFont typeface="Wingdings" panose="05000000000000000000" pitchFamily="2" charset="2"/>
              <a:buChar char=""/>
              <a:defRPr sz="1600" kern="1200" spc="0" baseline="0">
                <a:solidFill>
                  <a:schemeClr val="tx1"/>
                </a:solidFill>
                <a:latin typeface="+mn-lt"/>
                <a:ea typeface="+mn-ea"/>
                <a:cs typeface="+mn-cs"/>
              </a:defRPr>
            </a:lvl3pPr>
            <a:lvl4pPr marL="843280" marR="0" indent="-180975" algn="l" defTabSz="932815" rtl="0" eaLnBrk="1" fontAlgn="auto" latinLnBrk="0" hangingPunct="1">
              <a:lnSpc>
                <a:spcPct val="100000"/>
              </a:lnSpc>
              <a:spcBef>
                <a:spcPct val="20000"/>
              </a:spcBef>
              <a:spcAft>
                <a:spcPts val="0"/>
              </a:spcAft>
              <a:buClrTx/>
              <a:buSzPct val="90000"/>
              <a:buFont typeface="Wingdings" panose="05000000000000000000" pitchFamily="2" charset="2"/>
              <a:buChar char=""/>
              <a:defRPr sz="1400" kern="1200" spc="0" baseline="0">
                <a:solidFill>
                  <a:schemeClr val="tx1"/>
                </a:solidFill>
                <a:latin typeface="+mn-lt"/>
                <a:ea typeface="+mn-ea"/>
                <a:cs typeface="+mn-cs"/>
              </a:defRPr>
            </a:lvl4pPr>
            <a:lvl5pPr marL="1024255" marR="0" indent="-168275" algn="l" defTabSz="932815" rtl="0" eaLnBrk="1" fontAlgn="auto" latinLnBrk="0" hangingPunct="1">
              <a:lnSpc>
                <a:spcPct val="100000"/>
              </a:lnSpc>
              <a:spcBef>
                <a:spcPct val="20000"/>
              </a:spcBef>
              <a:spcAft>
                <a:spcPts val="0"/>
              </a:spcAft>
              <a:buClrTx/>
              <a:buSzPct val="90000"/>
              <a:buFont typeface="Wingdings" panose="05000000000000000000" pitchFamily="2" charset="2"/>
              <a:buChar char=""/>
              <a:defRPr sz="1400" kern="1200" spc="0" baseline="0">
                <a:solidFill>
                  <a:schemeClr val="tx1"/>
                </a:solidFill>
                <a:latin typeface="+mn-lt"/>
                <a:ea typeface="+mn-ea"/>
                <a:cs typeface="+mn-cs"/>
              </a:defRPr>
            </a:lvl5pPr>
            <a:lvl6pPr marL="2564765" indent="-233045" algn="l" defTabSz="932815"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3031490" indent="-233045" algn="l" defTabSz="932815"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97580" indent="-233045" algn="l" defTabSz="932815"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964305" indent="-233045" algn="l" defTabSz="932815"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r>
              <a:rPr lang="en-US" altLang="zh-CN" dirty="0">
                <a:solidFill>
                  <a:schemeClr val="bg1"/>
                </a:solidFill>
                <a:latin typeface="微软雅黑" panose="020B0503020204020204" charset="-122"/>
                <a:ea typeface="微软雅黑" panose="020B0503020204020204" charset="-122"/>
                <a:cs typeface="微软雅黑" panose="020B0503020204020204" charset="-122"/>
              </a:rPr>
              <a:t>* ROI </a:t>
            </a:r>
            <a:r>
              <a:rPr lang="zh-CN" altLang="en-US" dirty="0">
                <a:solidFill>
                  <a:schemeClr val="bg1"/>
                </a:solidFill>
                <a:latin typeface="微软雅黑" panose="020B0503020204020204" charset="-122"/>
                <a:ea typeface="微软雅黑" panose="020B0503020204020204" charset="-122"/>
                <a:cs typeface="微软雅黑" panose="020B0503020204020204" charset="-122"/>
              </a:rPr>
              <a:t>分析</a:t>
            </a:r>
            <a:endParaRPr lang="zh-CN" altLang="en-US" dirty="0">
              <a:solidFill>
                <a:schemeClr val="bg1"/>
              </a:solidFill>
              <a:latin typeface="微软雅黑" panose="020B0503020204020204" charset="-122"/>
              <a:ea typeface="微软雅黑" panose="020B0503020204020204" charset="-122"/>
              <a:cs typeface="微软雅黑" panose="020B0503020204020204" charset="-122"/>
            </a:endParaRPr>
          </a:p>
        </p:txBody>
      </p:sp>
      <p:sp>
        <p:nvSpPr>
          <p:cNvPr id="8" name="Text Placeholder 13"/>
          <p:cNvSpPr>
            <a:spLocks noGrp="1"/>
          </p:cNvSpPr>
          <p:nvPr/>
        </p:nvSpPr>
        <p:spPr>
          <a:xfrm>
            <a:off x="584200" y="2639695"/>
            <a:ext cx="2922270" cy="307340"/>
          </a:xfrm>
          <a:prstGeom prst="rect">
            <a:avLst/>
          </a:prstGeom>
        </p:spPr>
        <p:txBody>
          <a:bodyPr vert="horz" wrap="square" lIns="0" tIns="0" rIns="0" bIns="0" rtlCol="0" anchor="t">
            <a:spAutoFit/>
          </a:bodyPr>
          <a:lstStyle>
            <a:lvl1pPr marL="0" marR="0" indent="0" algn="l" defTabSz="932815" rtl="0" eaLnBrk="1" fontAlgn="auto" latinLnBrk="0" hangingPunct="1">
              <a:lnSpc>
                <a:spcPct val="100000"/>
              </a:lnSpc>
              <a:spcBef>
                <a:spcPts val="0"/>
              </a:spcBef>
              <a:spcAft>
                <a:spcPts val="0"/>
              </a:spcAft>
              <a:buClrTx/>
              <a:buSzPct val="90000"/>
              <a:buFont typeface="Wingdings" panose="05000000000000000000" pitchFamily="2" charset="2"/>
              <a:buNone/>
              <a:defRPr sz="2000" kern="1200" spc="0" baseline="0">
                <a:solidFill>
                  <a:schemeClr val="tx1"/>
                </a:solidFill>
                <a:latin typeface="+mj-lt"/>
                <a:ea typeface="+mn-ea"/>
                <a:cs typeface="Segoe UI" panose="020B0502040204020203" pitchFamily="34" charset="0"/>
              </a:defRPr>
            </a:lvl1pPr>
            <a:lvl2pPr marL="457200" marR="0" indent="-228600" algn="l" defTabSz="932815" rtl="0" eaLnBrk="1" fontAlgn="auto" latinLnBrk="0" hangingPunct="1">
              <a:lnSpc>
                <a:spcPct val="100000"/>
              </a:lnSpc>
              <a:spcBef>
                <a:spcPct val="20000"/>
              </a:spcBef>
              <a:spcAft>
                <a:spcPts val="0"/>
              </a:spcAft>
              <a:buClrTx/>
              <a:buSzPct val="90000"/>
              <a:buFont typeface="Wingdings" panose="05000000000000000000" pitchFamily="2" charset="2"/>
              <a:buChar char=""/>
              <a:defRPr sz="2000" kern="1200" spc="0" baseline="0">
                <a:solidFill>
                  <a:schemeClr val="tx1"/>
                </a:solidFill>
                <a:latin typeface="+mn-lt"/>
                <a:ea typeface="+mn-ea"/>
                <a:cs typeface="+mn-cs"/>
              </a:defRPr>
            </a:lvl2pPr>
            <a:lvl3pPr marL="657225" marR="0" indent="-200025" algn="l" defTabSz="932815" rtl="0" eaLnBrk="1" fontAlgn="auto" latinLnBrk="0" hangingPunct="1">
              <a:lnSpc>
                <a:spcPct val="100000"/>
              </a:lnSpc>
              <a:spcBef>
                <a:spcPct val="20000"/>
              </a:spcBef>
              <a:spcAft>
                <a:spcPts val="0"/>
              </a:spcAft>
              <a:buClrTx/>
              <a:buSzPct val="90000"/>
              <a:buFont typeface="Wingdings" panose="05000000000000000000" pitchFamily="2" charset="2"/>
              <a:buChar char=""/>
              <a:defRPr sz="1600" kern="1200" spc="0" baseline="0">
                <a:solidFill>
                  <a:schemeClr val="tx1"/>
                </a:solidFill>
                <a:latin typeface="+mn-lt"/>
                <a:ea typeface="+mn-ea"/>
                <a:cs typeface="+mn-cs"/>
              </a:defRPr>
            </a:lvl3pPr>
            <a:lvl4pPr marL="843280" marR="0" indent="-180975" algn="l" defTabSz="932815" rtl="0" eaLnBrk="1" fontAlgn="auto" latinLnBrk="0" hangingPunct="1">
              <a:lnSpc>
                <a:spcPct val="100000"/>
              </a:lnSpc>
              <a:spcBef>
                <a:spcPct val="20000"/>
              </a:spcBef>
              <a:spcAft>
                <a:spcPts val="0"/>
              </a:spcAft>
              <a:buClrTx/>
              <a:buSzPct val="90000"/>
              <a:buFont typeface="Wingdings" panose="05000000000000000000" pitchFamily="2" charset="2"/>
              <a:buChar char=""/>
              <a:defRPr sz="1400" kern="1200" spc="0" baseline="0">
                <a:solidFill>
                  <a:schemeClr val="tx1"/>
                </a:solidFill>
                <a:latin typeface="+mn-lt"/>
                <a:ea typeface="+mn-ea"/>
                <a:cs typeface="+mn-cs"/>
              </a:defRPr>
            </a:lvl4pPr>
            <a:lvl5pPr marL="1024255" marR="0" indent="-168275" algn="l" defTabSz="932815" rtl="0" eaLnBrk="1" fontAlgn="auto" latinLnBrk="0" hangingPunct="1">
              <a:lnSpc>
                <a:spcPct val="100000"/>
              </a:lnSpc>
              <a:spcBef>
                <a:spcPct val="20000"/>
              </a:spcBef>
              <a:spcAft>
                <a:spcPts val="0"/>
              </a:spcAft>
              <a:buClrTx/>
              <a:buSzPct val="90000"/>
              <a:buFont typeface="Wingdings" panose="05000000000000000000" pitchFamily="2" charset="2"/>
              <a:buChar char=""/>
              <a:defRPr sz="1400" kern="1200" spc="0" baseline="0">
                <a:solidFill>
                  <a:schemeClr val="tx1"/>
                </a:solidFill>
                <a:latin typeface="+mn-lt"/>
                <a:ea typeface="+mn-ea"/>
                <a:cs typeface="+mn-cs"/>
              </a:defRPr>
            </a:lvl5pPr>
            <a:lvl6pPr marL="2564765" indent="-233045" algn="l" defTabSz="932815"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3031490" indent="-233045" algn="l" defTabSz="932815"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97580" indent="-233045" algn="l" defTabSz="932815"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964305" indent="-233045" algn="l" defTabSz="932815"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r>
              <a:rPr lang="en-US" altLang="zh-CN" dirty="0">
                <a:solidFill>
                  <a:schemeClr val="bg1"/>
                </a:solidFill>
                <a:latin typeface="微软雅黑" panose="020B0503020204020204" charset="-122"/>
                <a:ea typeface="微软雅黑" panose="020B0503020204020204" charset="-122"/>
              </a:rPr>
              <a:t>* </a:t>
            </a:r>
            <a:r>
              <a:rPr lang="zh-CN" altLang="en-US" dirty="0">
                <a:solidFill>
                  <a:schemeClr val="bg1"/>
                </a:solidFill>
                <a:latin typeface="微软雅黑" panose="020B0503020204020204" charset="-122"/>
                <a:ea typeface="微软雅黑" panose="020B0503020204020204" charset="-122"/>
              </a:rPr>
              <a:t>大模型每月使用量预测</a:t>
            </a:r>
            <a:endParaRPr lang="zh-CN" altLang="en-US" dirty="0">
              <a:solidFill>
                <a:schemeClr val="bg1"/>
              </a:solidFill>
              <a:latin typeface="微软雅黑" panose="020B0503020204020204" charset="-122"/>
              <a:ea typeface="微软雅黑" panose="020B0503020204020204" charset="-122"/>
            </a:endParaRPr>
          </a:p>
        </p:txBody>
      </p:sp>
      <p:sp>
        <p:nvSpPr>
          <p:cNvPr id="9" name="Text Placeholder 15"/>
          <p:cNvSpPr>
            <a:spLocks noGrp="1"/>
          </p:cNvSpPr>
          <p:nvPr/>
        </p:nvSpPr>
        <p:spPr>
          <a:xfrm>
            <a:off x="583183" y="3240405"/>
            <a:ext cx="2533650" cy="307340"/>
          </a:xfrm>
          <a:prstGeom prst="rect">
            <a:avLst/>
          </a:prstGeom>
        </p:spPr>
        <p:txBody>
          <a:bodyPr vert="horz" wrap="square" lIns="0" tIns="0" rIns="0" bIns="0" rtlCol="0" anchor="t">
            <a:spAutoFit/>
          </a:bodyPr>
          <a:lstStyle>
            <a:lvl1pPr marL="0" marR="0" indent="0" algn="l" defTabSz="932815" rtl="0" eaLnBrk="1" fontAlgn="auto" latinLnBrk="0" hangingPunct="1">
              <a:lnSpc>
                <a:spcPct val="100000"/>
              </a:lnSpc>
              <a:spcBef>
                <a:spcPts val="0"/>
              </a:spcBef>
              <a:spcAft>
                <a:spcPts val="0"/>
              </a:spcAft>
              <a:buClrTx/>
              <a:buSzPct val="90000"/>
              <a:buFont typeface="Wingdings" panose="05000000000000000000" pitchFamily="2" charset="2"/>
              <a:buNone/>
              <a:defRPr sz="2000" kern="1200" spc="0" baseline="0">
                <a:solidFill>
                  <a:schemeClr val="tx1"/>
                </a:solidFill>
                <a:latin typeface="+mj-lt"/>
                <a:ea typeface="+mn-ea"/>
                <a:cs typeface="Segoe UI" panose="020B0502040204020203" pitchFamily="34" charset="0"/>
              </a:defRPr>
            </a:lvl1pPr>
            <a:lvl2pPr marL="457200" marR="0" indent="-228600" algn="l" defTabSz="932815" rtl="0" eaLnBrk="1" fontAlgn="auto" latinLnBrk="0" hangingPunct="1">
              <a:lnSpc>
                <a:spcPct val="100000"/>
              </a:lnSpc>
              <a:spcBef>
                <a:spcPct val="20000"/>
              </a:spcBef>
              <a:spcAft>
                <a:spcPts val="0"/>
              </a:spcAft>
              <a:buClrTx/>
              <a:buSzPct val="90000"/>
              <a:buFont typeface="Wingdings" panose="05000000000000000000" pitchFamily="2" charset="2"/>
              <a:buChar char=""/>
              <a:defRPr sz="2000" kern="1200" spc="0" baseline="0">
                <a:solidFill>
                  <a:schemeClr val="tx1"/>
                </a:solidFill>
                <a:latin typeface="+mn-lt"/>
                <a:ea typeface="+mn-ea"/>
                <a:cs typeface="+mn-cs"/>
              </a:defRPr>
            </a:lvl2pPr>
            <a:lvl3pPr marL="657225" marR="0" indent="-200025" algn="l" defTabSz="932815" rtl="0" eaLnBrk="1" fontAlgn="auto" latinLnBrk="0" hangingPunct="1">
              <a:lnSpc>
                <a:spcPct val="100000"/>
              </a:lnSpc>
              <a:spcBef>
                <a:spcPct val="20000"/>
              </a:spcBef>
              <a:spcAft>
                <a:spcPts val="0"/>
              </a:spcAft>
              <a:buClrTx/>
              <a:buSzPct val="90000"/>
              <a:buFont typeface="Wingdings" panose="05000000000000000000" pitchFamily="2" charset="2"/>
              <a:buChar char=""/>
              <a:defRPr sz="1600" kern="1200" spc="0" baseline="0">
                <a:solidFill>
                  <a:schemeClr val="tx1"/>
                </a:solidFill>
                <a:latin typeface="+mn-lt"/>
                <a:ea typeface="+mn-ea"/>
                <a:cs typeface="+mn-cs"/>
              </a:defRPr>
            </a:lvl3pPr>
            <a:lvl4pPr marL="843280" marR="0" indent="-180975" algn="l" defTabSz="932815" rtl="0" eaLnBrk="1" fontAlgn="auto" latinLnBrk="0" hangingPunct="1">
              <a:lnSpc>
                <a:spcPct val="100000"/>
              </a:lnSpc>
              <a:spcBef>
                <a:spcPct val="20000"/>
              </a:spcBef>
              <a:spcAft>
                <a:spcPts val="0"/>
              </a:spcAft>
              <a:buClrTx/>
              <a:buSzPct val="90000"/>
              <a:buFont typeface="Wingdings" panose="05000000000000000000" pitchFamily="2" charset="2"/>
              <a:buChar char=""/>
              <a:defRPr sz="1400" kern="1200" spc="0" baseline="0">
                <a:solidFill>
                  <a:schemeClr val="tx1"/>
                </a:solidFill>
                <a:latin typeface="+mn-lt"/>
                <a:ea typeface="+mn-ea"/>
                <a:cs typeface="+mn-cs"/>
              </a:defRPr>
            </a:lvl4pPr>
            <a:lvl5pPr marL="1024255" marR="0" indent="-168275" algn="l" defTabSz="932815" rtl="0" eaLnBrk="1" fontAlgn="auto" latinLnBrk="0" hangingPunct="1">
              <a:lnSpc>
                <a:spcPct val="100000"/>
              </a:lnSpc>
              <a:spcBef>
                <a:spcPct val="20000"/>
              </a:spcBef>
              <a:spcAft>
                <a:spcPts val="0"/>
              </a:spcAft>
              <a:buClrTx/>
              <a:buSzPct val="90000"/>
              <a:buFont typeface="Wingdings" panose="05000000000000000000" pitchFamily="2" charset="2"/>
              <a:buChar char=""/>
              <a:defRPr sz="1400" kern="1200" spc="0" baseline="0">
                <a:solidFill>
                  <a:schemeClr val="tx1"/>
                </a:solidFill>
                <a:latin typeface="+mn-lt"/>
                <a:ea typeface="+mn-ea"/>
                <a:cs typeface="+mn-cs"/>
              </a:defRPr>
            </a:lvl5pPr>
            <a:lvl6pPr marL="2564765" indent="-233045" algn="l" defTabSz="932815"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3031490" indent="-233045" algn="l" defTabSz="932815"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97580" indent="-233045" algn="l" defTabSz="932815"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964305" indent="-233045" algn="l" defTabSz="932815"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r>
              <a:rPr lang="en-US" altLang="zh-CN" dirty="0">
                <a:solidFill>
                  <a:schemeClr val="bg1"/>
                </a:solidFill>
                <a:latin typeface="微软雅黑" panose="020B0503020204020204" charset="-122"/>
                <a:ea typeface="微软雅黑" panose="020B0503020204020204" charset="-122"/>
              </a:rPr>
              <a:t>* </a:t>
            </a:r>
            <a:r>
              <a:rPr lang="zh-CN" altLang="en-US" dirty="0">
                <a:solidFill>
                  <a:schemeClr val="bg1"/>
                </a:solidFill>
                <a:latin typeface="微软雅黑" panose="020B0503020204020204" charset="-122"/>
                <a:ea typeface="微软雅黑" panose="020B0503020204020204" charset="-122"/>
              </a:rPr>
              <a:t>未来规划</a:t>
            </a:r>
            <a:endParaRPr lang="zh-CN" altLang="en-US" dirty="0">
              <a:solidFill>
                <a:schemeClr val="bg1"/>
              </a:solidFill>
              <a:latin typeface="微软雅黑" panose="020B0503020204020204" charset="-122"/>
              <a:ea typeface="微软雅黑" panose="020B0503020204020204" charset="-122"/>
            </a:endParaRPr>
          </a:p>
        </p:txBody>
      </p:sp>
      <p:sp>
        <p:nvSpPr>
          <p:cNvPr id="10" name="标题 9"/>
          <p:cNvSpPr>
            <a:spLocks noGrp="1"/>
          </p:cNvSpPr>
          <p:nvPr>
            <p:ph type="title"/>
          </p:nvPr>
        </p:nvSpPr>
        <p:spPr>
          <a:xfrm>
            <a:off x="562610" y="255270"/>
            <a:ext cx="10806430" cy="492125"/>
          </a:xfrm>
        </p:spPr>
        <p:txBody>
          <a:bodyPr/>
          <a:lstStyle/>
          <a:p>
            <a:r>
              <a:rPr lang="zh-CN" altLang="en-US">
                <a:solidFill>
                  <a:schemeClr val="bg1"/>
                </a:solidFill>
                <a:latin typeface="微软雅黑" panose="020B0503020204020204" charset="-122"/>
                <a:ea typeface="微软雅黑" panose="020B0503020204020204" charset="-122"/>
              </a:rPr>
              <a:t>项目成果</a:t>
            </a:r>
            <a:endParaRPr lang="zh-CN" altLang="en-US">
              <a:solidFill>
                <a:schemeClr val="bg1"/>
              </a:solidFill>
              <a:latin typeface="微软雅黑" panose="020B0503020204020204" charset="-122"/>
              <a:ea typeface="微软雅黑" panose="020B0503020204020204" charset="-122"/>
            </a:endParaRPr>
          </a:p>
        </p:txBody>
      </p:sp>
    </p:spTree>
  </p:cSld>
  <p:clrMapOvr>
    <a:masterClrMapping/>
  </p:clrMapOvr>
  <p:transition>
    <p:fad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itle 16"/>
          <p:cNvSpPr>
            <a:spLocks noGrp="1"/>
          </p:cNvSpPr>
          <p:nvPr>
            <p:ph type="title"/>
          </p:nvPr>
        </p:nvSpPr>
        <p:spPr>
          <a:xfrm>
            <a:off x="534035" y="230505"/>
            <a:ext cx="10806430" cy="492125"/>
          </a:xfrm>
        </p:spPr>
        <p:txBody>
          <a:bodyPr/>
          <a:lstStyle/>
          <a:p>
            <a:r>
              <a:rPr lang="zh-CN" altLang="en-US">
                <a:solidFill>
                  <a:schemeClr val="bg1"/>
                </a:solidFill>
                <a:latin typeface="微软雅黑" panose="020B0503020204020204" charset="-122"/>
                <a:ea typeface="微软雅黑" panose="020B0503020204020204" charset="-122"/>
                <a:sym typeface="+mn-ea"/>
              </a:rPr>
              <a:t>对项目的后续改进和优化计划</a:t>
            </a:r>
            <a:endParaRPr lang="zh-CN" altLang="en-US" sz="3200" dirty="0">
              <a:solidFill>
                <a:schemeClr val="bg1"/>
              </a:solidFill>
              <a:latin typeface="微软雅黑" panose="020B0503020204020204" charset="-122"/>
              <a:ea typeface="微软雅黑" panose="020B0503020204020204" charset="-122"/>
              <a:sym typeface="+mn-ea"/>
            </a:endParaRPr>
          </a:p>
        </p:txBody>
      </p:sp>
      <p:sp>
        <p:nvSpPr>
          <p:cNvPr id="6" name="Text Placeholder 5"/>
          <p:cNvSpPr>
            <a:spLocks noGrp="1"/>
          </p:cNvSpPr>
          <p:nvPr>
            <p:ph type="body" sz="quarter" idx="4294967295"/>
          </p:nvPr>
        </p:nvSpPr>
        <p:spPr>
          <a:xfrm>
            <a:off x="586740" y="1688465"/>
            <a:ext cx="11018520" cy="307340"/>
          </a:xfrm>
        </p:spPr>
        <p:txBody>
          <a:bodyPr/>
          <a:lstStyle/>
          <a:p>
            <a:pPr marL="0" indent="0">
              <a:buNone/>
            </a:pPr>
            <a:r>
              <a:rPr lang="en-US" altLang="zh-CN" sz="2000" dirty="0">
                <a:solidFill>
                  <a:schemeClr val="bg1"/>
                </a:solidFill>
                <a:latin typeface="微软雅黑" panose="020B0503020204020204" charset="-122"/>
                <a:ea typeface="微软雅黑" panose="020B0503020204020204" charset="-122"/>
                <a:cs typeface="微软雅黑" panose="020B0503020204020204" charset="-122"/>
              </a:rPr>
              <a:t>* </a:t>
            </a:r>
            <a:r>
              <a:rPr lang="zh-CN" altLang="en-US" sz="2000" dirty="0">
                <a:solidFill>
                  <a:schemeClr val="bg1"/>
                </a:solidFill>
                <a:latin typeface="微软雅黑" panose="020B0503020204020204" charset="-122"/>
                <a:ea typeface="微软雅黑" panose="020B0503020204020204" charset="-122"/>
                <a:cs typeface="微软雅黑" panose="020B0503020204020204" charset="-122"/>
              </a:rPr>
              <a:t>长期发展规划和商业化策略</a:t>
            </a:r>
            <a:endParaRPr lang="zh-CN" altLang="en-US" sz="2000" dirty="0">
              <a:solidFill>
                <a:schemeClr val="bg1"/>
              </a:solidFill>
              <a:latin typeface="微软雅黑" panose="020B0503020204020204" charset="-122"/>
              <a:ea typeface="微软雅黑" panose="020B0503020204020204" charset="-122"/>
              <a:cs typeface="微软雅黑" panose="020B0503020204020204" charset="-122"/>
            </a:endParaRPr>
          </a:p>
        </p:txBody>
      </p:sp>
      <p:sp>
        <p:nvSpPr>
          <p:cNvPr id="2" name="Text Placeholder 5"/>
          <p:cNvSpPr txBox="1"/>
          <p:nvPr/>
        </p:nvSpPr>
        <p:spPr>
          <a:xfrm>
            <a:off x="586740" y="1178877"/>
            <a:ext cx="11018520" cy="307340"/>
          </a:xfrm>
          <a:prstGeom prst="rect">
            <a:avLst/>
          </a:prstGeom>
        </p:spPr>
        <p:txBody>
          <a:bodyPr vert="horz" wrap="square" lIns="0" tIns="0" rIns="0" bIns="0" rtlCol="0">
            <a:spAutoFit/>
          </a:bodyPr>
          <a:lstStyle>
            <a:lvl1pPr marL="228600" marR="0" indent="-228600" algn="l" defTabSz="932815" rtl="0" eaLnBrk="1" fontAlgn="auto" latinLnBrk="0" hangingPunct="1">
              <a:lnSpc>
                <a:spcPct val="100000"/>
              </a:lnSpc>
              <a:spcBef>
                <a:spcPct val="20000"/>
              </a:spcBef>
              <a:spcAft>
                <a:spcPts val="0"/>
              </a:spcAft>
              <a:buClrTx/>
              <a:buSzPct val="90000"/>
              <a:buFont typeface="Wingdings" panose="05000000000000000000" pitchFamily="2" charset="2"/>
              <a:buChar char=""/>
              <a:defRPr sz="2800" kern="1200" spc="0" baseline="0">
                <a:solidFill>
                  <a:schemeClr val="tx1"/>
                </a:solidFill>
                <a:latin typeface="+mn-lt"/>
                <a:ea typeface="+mn-ea"/>
                <a:cs typeface="Segoe UI" panose="020B0502040204020203" pitchFamily="34" charset="0"/>
              </a:defRPr>
            </a:lvl1pPr>
            <a:lvl2pPr marL="457200" marR="0" indent="-228600" algn="l" defTabSz="932815" rtl="0" eaLnBrk="1" fontAlgn="auto" latinLnBrk="0" hangingPunct="1">
              <a:lnSpc>
                <a:spcPct val="100000"/>
              </a:lnSpc>
              <a:spcBef>
                <a:spcPct val="20000"/>
              </a:spcBef>
              <a:spcAft>
                <a:spcPts val="0"/>
              </a:spcAft>
              <a:buClrTx/>
              <a:buSzPct val="90000"/>
              <a:buFont typeface="Wingdings" panose="05000000000000000000" pitchFamily="2" charset="2"/>
              <a:buChar char=""/>
              <a:defRPr sz="2000" kern="1200" spc="0" baseline="0">
                <a:solidFill>
                  <a:schemeClr val="tx1"/>
                </a:solidFill>
                <a:latin typeface="+mn-lt"/>
                <a:ea typeface="+mn-ea"/>
                <a:cs typeface="+mn-cs"/>
              </a:defRPr>
            </a:lvl2pPr>
            <a:lvl3pPr marL="657225" marR="0" indent="-200025" algn="l" defTabSz="932815" rtl="0" eaLnBrk="1" fontAlgn="auto" latinLnBrk="0" hangingPunct="1">
              <a:lnSpc>
                <a:spcPct val="100000"/>
              </a:lnSpc>
              <a:spcBef>
                <a:spcPct val="20000"/>
              </a:spcBef>
              <a:spcAft>
                <a:spcPts val="0"/>
              </a:spcAft>
              <a:buClrTx/>
              <a:buSzPct val="90000"/>
              <a:buFont typeface="Wingdings" panose="05000000000000000000" pitchFamily="2" charset="2"/>
              <a:buChar char=""/>
              <a:defRPr sz="1600" kern="1200" spc="0" baseline="0">
                <a:solidFill>
                  <a:schemeClr val="tx1"/>
                </a:solidFill>
                <a:latin typeface="+mn-lt"/>
                <a:ea typeface="+mn-ea"/>
                <a:cs typeface="+mn-cs"/>
              </a:defRPr>
            </a:lvl3pPr>
            <a:lvl4pPr marL="843280" marR="0" indent="-180975" algn="l" defTabSz="932815" rtl="0" eaLnBrk="1" fontAlgn="auto" latinLnBrk="0" hangingPunct="1">
              <a:lnSpc>
                <a:spcPct val="100000"/>
              </a:lnSpc>
              <a:spcBef>
                <a:spcPct val="20000"/>
              </a:spcBef>
              <a:spcAft>
                <a:spcPts val="0"/>
              </a:spcAft>
              <a:buClrTx/>
              <a:buSzPct val="90000"/>
              <a:buFont typeface="Wingdings" panose="05000000000000000000" pitchFamily="2" charset="2"/>
              <a:buChar char=""/>
              <a:defRPr sz="1400" kern="1200" spc="0" baseline="0">
                <a:solidFill>
                  <a:schemeClr val="tx1"/>
                </a:solidFill>
                <a:latin typeface="+mn-lt"/>
                <a:ea typeface="+mn-ea"/>
                <a:cs typeface="+mn-cs"/>
              </a:defRPr>
            </a:lvl4pPr>
            <a:lvl5pPr marL="1024255" marR="0" indent="-168275" algn="l" defTabSz="932815" rtl="0" eaLnBrk="1" fontAlgn="auto" latinLnBrk="0" hangingPunct="1">
              <a:lnSpc>
                <a:spcPct val="100000"/>
              </a:lnSpc>
              <a:spcBef>
                <a:spcPct val="20000"/>
              </a:spcBef>
              <a:spcAft>
                <a:spcPts val="0"/>
              </a:spcAft>
              <a:buClrTx/>
              <a:buSzPct val="90000"/>
              <a:buFont typeface="Wingdings" panose="05000000000000000000" pitchFamily="2" charset="2"/>
              <a:buChar char=""/>
              <a:defRPr sz="1400" kern="1200" spc="0" baseline="0">
                <a:solidFill>
                  <a:schemeClr val="tx1"/>
                </a:solidFill>
                <a:latin typeface="+mn-lt"/>
                <a:ea typeface="+mn-ea"/>
                <a:cs typeface="+mn-cs"/>
              </a:defRPr>
            </a:lvl5pPr>
            <a:lvl6pPr marL="2564765" indent="-233045" algn="l" defTabSz="932815"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3031490" indent="-233045" algn="l" defTabSz="932815"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97580" indent="-233045" algn="l" defTabSz="932815"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964305" indent="-233045" algn="l" defTabSz="932815"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buFont typeface="Wingdings" panose="05000000000000000000" pitchFamily="2" charset="2"/>
              <a:buNone/>
            </a:pPr>
            <a:r>
              <a:rPr lang="en-US" altLang="zh-CN" sz="2000" dirty="0">
                <a:solidFill>
                  <a:schemeClr val="bg1"/>
                </a:solidFill>
                <a:latin typeface="微软雅黑" panose="020B0503020204020204" charset="-122"/>
                <a:ea typeface="微软雅黑" panose="020B0503020204020204" charset="-122"/>
                <a:cs typeface="微软雅黑" panose="020B0503020204020204" charset="-122"/>
              </a:rPr>
              <a:t>* </a:t>
            </a:r>
            <a:r>
              <a:rPr lang="zh-CN" altLang="en-US" sz="2000" dirty="0">
                <a:solidFill>
                  <a:schemeClr val="bg1"/>
                </a:solidFill>
                <a:latin typeface="微软雅黑" panose="020B0503020204020204" charset="-122"/>
                <a:ea typeface="微软雅黑" panose="020B0503020204020204" charset="-122"/>
                <a:cs typeface="微软雅黑" panose="020B0503020204020204" charset="-122"/>
              </a:rPr>
              <a:t>项目后续改进和迭代计划</a:t>
            </a:r>
            <a:endParaRPr lang="zh-CN" altLang="en-US" sz="2000" dirty="0">
              <a:solidFill>
                <a:schemeClr val="bg1"/>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mc:AlternateContent xmlns:mc="http://schemas.openxmlformats.org/markup-compatibility/2006">
    <mc:Choice xmlns:p14="http://schemas.microsoft.com/office/powerpoint/2010/main" Requires="p14">
      <p:transition p14:dur="250">
        <p:fade/>
      </p:transition>
    </mc:Choice>
    <mc:Fallback>
      <p:transition>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tags/tag4.xml><?xml version="1.0" encoding="utf-8"?>
<p:tagLst xmlns:p="http://schemas.openxmlformats.org/presentationml/2006/main">
  <p:tag name="COMMONDATA" val="eyJoZGlkIjoiY2U3MWZiMjE4N2QyZTJjZTY3ZjAzY2RjYWRmYmZkNzYifQ=="/>
</p:tagLst>
</file>

<file path=ppt/theme/theme1.xml><?xml version="1.0" encoding="utf-8"?>
<a:theme xmlns:a="http://schemas.openxmlformats.org/drawingml/2006/main" name="1_Microsoft Build 16:9 Template Light">
  <a:themeElements>
    <a:clrScheme name="Custom 90">
      <a:dk1>
        <a:srgbClr val="000000"/>
      </a:dk1>
      <a:lt1>
        <a:srgbClr val="FFFFFF"/>
      </a:lt1>
      <a:dk2>
        <a:srgbClr val="463668"/>
      </a:dk2>
      <a:lt2>
        <a:srgbClr val="E8E6DF"/>
      </a:lt2>
      <a:accent1>
        <a:srgbClr val="463668"/>
      </a:accent1>
      <a:accent2>
        <a:srgbClr val="C5B4E3"/>
      </a:accent2>
      <a:accent3>
        <a:srgbClr val="0078D4"/>
      </a:accent3>
      <a:accent4>
        <a:srgbClr val="8C8279"/>
      </a:accent4>
      <a:accent5>
        <a:srgbClr val="8DE971"/>
      </a:accent5>
      <a:accent6>
        <a:srgbClr val="D7D2CB"/>
      </a:accent6>
      <a:hlink>
        <a:srgbClr val="8661C5"/>
      </a:hlink>
      <a:folHlink>
        <a:srgbClr val="8661C5"/>
      </a:folHlink>
    </a:clrScheme>
    <a:fontScheme name="Microsoft 2019 Brand Templates">
      <a:majorFont>
        <a:latin typeface="Segoe UI Semibold"/>
        <a:ea typeface=""/>
        <a:cs typeface=""/>
      </a:majorFont>
      <a:minorFont>
        <a:latin typeface="Segoe UI"/>
        <a:ea typeface=""/>
        <a:cs typeface=""/>
      </a:minorFont>
    </a:fontScheme>
    <a:fmtScheme name="Couture">
      <a:fillStyleLst>
        <a:solidFill>
          <a:schemeClr val="phClr"/>
        </a:solidFill>
        <a:solidFill>
          <a:schemeClr val="phClr">
            <a:tint val="65000"/>
          </a:schemeClr>
        </a:solidFill>
        <a:solidFill>
          <a:schemeClr val="phClr">
            <a:shade val="80000"/>
            <a:satMod val="18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a:noFill/>
          <a:headEnd type="none" w="med" len="med"/>
          <a:tailEnd type="none" w="med" len="med"/>
        </a:ln>
      </a:spPr>
      <a:bodyPr rot="0" spcFirstLastPara="0" vertOverflow="overflow" horzOverflow="overflow" vert="horz" wrap="square" lIns="182880" tIns="146304" rIns="182880" bIns="146304" numCol="1" spcCol="0" rtlCol="0" fromWordArt="0" anchor="t" anchorCtr="0" forceAA="0" compatLnSpc="1">
        <a:noAutofit/>
      </a:bodyPr>
      <a:lstStyle>
        <a:defPPr algn="l" defTabSz="932180" fontAlgn="base">
          <a:spcBef>
            <a:spcPct val="0"/>
          </a:spcBef>
          <a:spcAft>
            <a:spcPct val="0"/>
          </a:spcAft>
          <a:defRPr sz="2000" dirty="0" err="1" smtClean="0">
            <a:solidFill>
              <a:srgbClr val="FFFFFF"/>
            </a:solidFill>
            <a:ea typeface="Segoe UI" panose="020B0502040204020203" pitchFamily="34" charset="0"/>
            <a:cs typeface="Segoe UI" panose="020B0502040204020203" pitchFamily="34" charset="0"/>
          </a:defRPr>
        </a:defPPr>
      </a:lstStyle>
      <a:style>
        <a:lnRef idx="1">
          <a:schemeClr val="accent2"/>
        </a:lnRef>
        <a:fillRef idx="3">
          <a:schemeClr val="accent2"/>
        </a:fillRef>
        <a:effectRef idx="2">
          <a:schemeClr val="accent2"/>
        </a:effectRef>
        <a:fontRef idx="minor">
          <a:schemeClr val="lt1"/>
        </a:fontRef>
      </a:style>
    </a:spDef>
    <a:lnDef>
      <a:spPr>
        <a:ln>
          <a:solidFill>
            <a:schemeClr val="tx1"/>
          </a:solidFill>
          <a:headEnd type="none" w="lg" len="med"/>
          <a:tailEnd type="none" w="lg" len="med"/>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algn="l">
          <a:defRPr sz="2000" dirty="0" err="1" smtClean="0"/>
        </a:defPPr>
      </a:lstStyle>
    </a:txDef>
  </a:objectDefaults>
  <a:custClrLst>
    <a:custClr name="Light Brown">
      <a:srgbClr val="E1D3C7"/>
    </a:custClr>
    <a:custClr name="Light Yellow">
      <a:srgbClr val="FFE399"/>
    </a:custClr>
    <a:custClr name="Light Orange">
      <a:srgbClr val="FFA38B"/>
    </a:custClr>
    <a:custClr name="Light Red">
      <a:srgbClr val="FFB3BB"/>
    </a:custClr>
    <a:custClr name="Light Magenta">
      <a:srgbClr val="D59ED7"/>
    </a:custClr>
    <a:custClr name="Light Purple">
      <a:srgbClr val="C5B4E3"/>
    </a:custClr>
    <a:custClr name="Light Blue">
      <a:srgbClr val="8DC8E8"/>
    </a:custClr>
    <a:custClr name="Light Teal">
      <a:srgbClr val="B9DCD2"/>
    </a:custClr>
    <a:custClr name="Light Green">
      <a:srgbClr val="D4EC8E"/>
    </a:custClr>
    <a:custClr name="Blue Black">
      <a:srgbClr val="091F2C"/>
    </a:custClr>
    <a:custClr name="Brown">
      <a:srgbClr val="BF9474"/>
    </a:custClr>
    <a:custClr name="Yellow">
      <a:srgbClr val="FFB900"/>
    </a:custClr>
    <a:custClr name="Orange">
      <a:srgbClr val="FF5C39"/>
    </a:custClr>
    <a:custClr name="Red">
      <a:srgbClr val="F4364C"/>
    </a:custClr>
    <a:custClr name="Magenta">
      <a:srgbClr val="C03BC4"/>
    </a:custClr>
    <a:custClr name="Purple">
      <a:srgbClr val="8661C5"/>
    </a:custClr>
    <a:custClr name="Blue">
      <a:srgbClr val="0078D4"/>
    </a:custClr>
    <a:custClr name="Teal">
      <a:srgbClr val="49C5B1"/>
    </a:custClr>
    <a:custClr name="Green">
      <a:srgbClr val="8DE971"/>
    </a:custClr>
    <a:custClr name="Rich Black">
      <a:srgbClr val="000000"/>
    </a:custClr>
    <a:custClr name="Dark Brown">
      <a:srgbClr val="5C4738"/>
    </a:custClr>
    <a:custClr name="Dark Yellow">
      <a:srgbClr val="7F5A1A"/>
    </a:custClr>
    <a:custClr name="Dark Orange">
      <a:srgbClr val="73391D"/>
    </a:custClr>
    <a:custClr name="Dark Red">
      <a:srgbClr val="73262F"/>
    </a:custClr>
    <a:custClr name="Dark Magenta">
      <a:srgbClr val="702573"/>
    </a:custClr>
    <a:custClr name="Dark Purple">
      <a:srgbClr val="463668"/>
    </a:custClr>
    <a:custClr name="Dark Blue">
      <a:srgbClr val="2A446F"/>
    </a:custClr>
    <a:custClr name="Dark Teal">
      <a:srgbClr val="225B62"/>
    </a:custClr>
    <a:custClr name="Dark Green">
      <a:srgbClr val="07641D"/>
    </a:custClr>
    <a:custClr name="Brown Black">
      <a:srgbClr val="291817"/>
    </a:custClr>
    <a:custClr name="Pure White">
      <a:srgbClr val="FFFFFF"/>
    </a:custClr>
    <a:custClr name="Off White">
      <a:srgbClr val="F4F3F5"/>
    </a:custClr>
    <a:custClr name="Warm White">
      <a:srgbClr val="FFF8F3"/>
    </a:custClr>
    <a:custClr name="Warm Light Gray">
      <a:srgbClr val="E8E6DF"/>
    </a:custClr>
    <a:custClr name="Mid Gray">
      <a:srgbClr val="D7D2CB"/>
    </a:custClr>
    <a:custClr name="Warm Gray">
      <a:srgbClr val="8C8279"/>
    </a:custClr>
    <a:custClr name="Light Gray">
      <a:srgbClr val="D9D9D6"/>
    </a:custClr>
    <a:custClr name="Cool Gray">
      <a:srgbClr val="B1B3B3"/>
    </a:custClr>
    <a:custClr name="Dark Gray">
      <a:srgbClr val="454142"/>
    </a:custClr>
    <a:custClr name="Pure White">
      <a:srgbClr val="FFFFFF"/>
    </a:custClr>
    <a:custClr name="Blank">
      <a:srgbClr val="F0F0F0"/>
    </a:custClr>
    <a:custClr name="Blank">
      <a:srgbClr val="F0F0F0"/>
    </a:custClr>
    <a:custClr name="Blank">
      <a:srgbClr val="F0F0F0"/>
    </a:custClr>
    <a:custClr name="Blank">
      <a:srgbClr val="F0F0F0"/>
    </a:custClr>
    <a:custClr name="Blank">
      <a:srgbClr val="F0F0F0"/>
    </a:custClr>
    <a:custClr name="Blank">
      <a:srgbClr val="F0F0F0"/>
    </a:custClr>
    <a:custClr name="Blank">
      <a:srgbClr val="F0F0F0"/>
    </a:custClr>
    <a:custClr name="Blank">
      <a:srgbClr val="F0F0F0"/>
    </a:custClr>
  </a:custClr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Microsoft Build 16:9 Template Dark">
  <a:themeElements>
    <a:clrScheme name="Custom 91">
      <a:dk1>
        <a:srgbClr val="091F2C"/>
      </a:dk1>
      <a:lt1>
        <a:srgbClr val="FFFFFF"/>
      </a:lt1>
      <a:dk2>
        <a:srgbClr val="463668"/>
      </a:dk2>
      <a:lt2>
        <a:srgbClr val="E8E6DF"/>
      </a:lt2>
      <a:accent1>
        <a:srgbClr val="C5B4E3"/>
      </a:accent1>
      <a:accent2>
        <a:srgbClr val="8661C5"/>
      </a:accent2>
      <a:accent3>
        <a:srgbClr val="0078D4"/>
      </a:accent3>
      <a:accent4>
        <a:srgbClr val="D7D2CB"/>
      </a:accent4>
      <a:accent5>
        <a:srgbClr val="D4EC8E"/>
      </a:accent5>
      <a:accent6>
        <a:srgbClr val="D2D2D2"/>
      </a:accent6>
      <a:hlink>
        <a:srgbClr val="D59ED7"/>
      </a:hlink>
      <a:folHlink>
        <a:srgbClr val="D59ED7"/>
      </a:folHlink>
    </a:clrScheme>
    <a:fontScheme name="Microsoft 2019 Brand Templates">
      <a:majorFont>
        <a:latin typeface="Segoe UI Semibold"/>
        <a:ea typeface=""/>
        <a:cs typeface=""/>
      </a:majorFont>
      <a:minorFont>
        <a:latin typeface="Segoe UI"/>
        <a:ea typeface=""/>
        <a:cs typeface=""/>
      </a:minorFont>
    </a:fontScheme>
    <a:fmtScheme name="Couture">
      <a:fillStyleLst>
        <a:solidFill>
          <a:schemeClr val="phClr"/>
        </a:solidFill>
        <a:solidFill>
          <a:schemeClr val="phClr">
            <a:tint val="65000"/>
          </a:schemeClr>
        </a:solidFill>
        <a:solidFill>
          <a:schemeClr val="phClr">
            <a:shade val="80000"/>
            <a:satMod val="18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a:noFill/>
          <a:headEnd type="none" w="med" len="med"/>
          <a:tailEnd type="none" w="med" len="med"/>
        </a:ln>
      </a:spPr>
      <a:bodyPr rot="0" spcFirstLastPara="0" vertOverflow="overflow" horzOverflow="overflow" vert="horz" wrap="square" lIns="182880" tIns="146304" rIns="182880" bIns="146304" numCol="1" spcCol="0" rtlCol="0" fromWordArt="0" anchor="t" anchorCtr="0" forceAA="0" compatLnSpc="1">
        <a:noAutofit/>
      </a:bodyPr>
      <a:lstStyle>
        <a:defPPr algn="l" defTabSz="932180" fontAlgn="base">
          <a:spcBef>
            <a:spcPct val="0"/>
          </a:spcBef>
          <a:spcAft>
            <a:spcPct val="0"/>
          </a:spcAft>
          <a:defRPr sz="2000" dirty="0" err="1" smtClean="0">
            <a:solidFill>
              <a:schemeClr val="bg1"/>
            </a:solidFill>
            <a:ea typeface="Segoe UI" panose="020B0502040204020203" pitchFamily="34" charset="0"/>
            <a:cs typeface="Segoe UI" panose="020B0502040204020203" pitchFamily="34" charset="0"/>
          </a:defRPr>
        </a:defPPr>
      </a:lstStyle>
      <a:style>
        <a:lnRef idx="1">
          <a:schemeClr val="accent2"/>
        </a:lnRef>
        <a:fillRef idx="3">
          <a:schemeClr val="accent2"/>
        </a:fillRef>
        <a:effectRef idx="2">
          <a:schemeClr val="accent2"/>
        </a:effectRef>
        <a:fontRef idx="minor">
          <a:schemeClr val="lt1"/>
        </a:fontRef>
      </a:style>
    </a:spDef>
    <a:lnDef>
      <a:spPr>
        <a:ln>
          <a:solidFill>
            <a:schemeClr val="tx1"/>
          </a:solidFill>
          <a:headEnd type="none" w="lg" len="med"/>
          <a:tailEnd type="none" w="lg" len="med"/>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algn="l">
          <a:defRPr sz="2000" dirty="0" err="1" smtClean="0"/>
        </a:defPPr>
      </a:lstStyle>
    </a:txDef>
  </a:objectDefaults>
  <a:custClrLst>
    <a:custClr name="Light Brown">
      <a:srgbClr val="E1D3C7"/>
    </a:custClr>
    <a:custClr name="Light Yellow">
      <a:srgbClr val="FFE399"/>
    </a:custClr>
    <a:custClr name="Light Orange">
      <a:srgbClr val="FFA38B"/>
    </a:custClr>
    <a:custClr name="Light Red">
      <a:srgbClr val="FFB3BB"/>
    </a:custClr>
    <a:custClr name="Light Magenta">
      <a:srgbClr val="D59ED7"/>
    </a:custClr>
    <a:custClr name="Light Purple">
      <a:srgbClr val="C5B4E3"/>
    </a:custClr>
    <a:custClr name="Light Blue">
      <a:srgbClr val="8DC8E8"/>
    </a:custClr>
    <a:custClr name="Light Teal">
      <a:srgbClr val="B9DCD2"/>
    </a:custClr>
    <a:custClr name="Light Green">
      <a:srgbClr val="D4EC8E"/>
    </a:custClr>
    <a:custClr name="Blue Black">
      <a:srgbClr val="091F2C"/>
    </a:custClr>
    <a:custClr name="Brown">
      <a:srgbClr val="BF9474"/>
    </a:custClr>
    <a:custClr name="Yellow">
      <a:srgbClr val="FFB900"/>
    </a:custClr>
    <a:custClr name="Orange">
      <a:srgbClr val="FF5C39"/>
    </a:custClr>
    <a:custClr name="Red">
      <a:srgbClr val="F4364C"/>
    </a:custClr>
    <a:custClr name="Magenta">
      <a:srgbClr val="C03BC4"/>
    </a:custClr>
    <a:custClr name="Purple">
      <a:srgbClr val="8661C5"/>
    </a:custClr>
    <a:custClr name="Blue">
      <a:srgbClr val="0078D4"/>
    </a:custClr>
    <a:custClr name="Teal">
      <a:srgbClr val="49C5B1"/>
    </a:custClr>
    <a:custClr name="Green">
      <a:srgbClr val="8DE971"/>
    </a:custClr>
    <a:custClr name="Rich Black">
      <a:srgbClr val="000000"/>
    </a:custClr>
    <a:custClr name="Dark Brown">
      <a:srgbClr val="5C4738"/>
    </a:custClr>
    <a:custClr name="Dark Yellow">
      <a:srgbClr val="7F5A1A"/>
    </a:custClr>
    <a:custClr name="Dark Orange">
      <a:srgbClr val="73391D"/>
    </a:custClr>
    <a:custClr name="Dark Red">
      <a:srgbClr val="73262F"/>
    </a:custClr>
    <a:custClr name="Dark Magenta">
      <a:srgbClr val="702573"/>
    </a:custClr>
    <a:custClr name="Dark Purple">
      <a:srgbClr val="463668"/>
    </a:custClr>
    <a:custClr name="Dark Blue">
      <a:srgbClr val="2A446F"/>
    </a:custClr>
    <a:custClr name="Dark Teal">
      <a:srgbClr val="225B62"/>
    </a:custClr>
    <a:custClr name="Dark Green">
      <a:srgbClr val="07641D"/>
    </a:custClr>
    <a:custClr name="Brown Black">
      <a:srgbClr val="291817"/>
    </a:custClr>
    <a:custClr name="Pure White">
      <a:srgbClr val="FFFFFF"/>
    </a:custClr>
    <a:custClr name="Off White">
      <a:srgbClr val="F4F3F5"/>
    </a:custClr>
    <a:custClr name="Warm White">
      <a:srgbClr val="FFF8F3"/>
    </a:custClr>
    <a:custClr name="Warm Light Gray">
      <a:srgbClr val="E8E6DF"/>
    </a:custClr>
    <a:custClr name="Mid Gray">
      <a:srgbClr val="D7D2CB"/>
    </a:custClr>
    <a:custClr name="Warm Gray">
      <a:srgbClr val="8C8279"/>
    </a:custClr>
    <a:custClr name="Light Gray">
      <a:srgbClr val="D9D9D6"/>
    </a:custClr>
    <a:custClr name="Cool Gray">
      <a:srgbClr val="B1B3B3"/>
    </a:custClr>
    <a:custClr name="Dark Gray">
      <a:srgbClr val="454142"/>
    </a:custClr>
    <a:custClr name="Pure White">
      <a:srgbClr val="FFFFFF"/>
    </a:custClr>
    <a:custClr name="Blank">
      <a:srgbClr val="F0F0F0"/>
    </a:custClr>
    <a:custClr name="Blank">
      <a:srgbClr val="F0F0F0"/>
    </a:custClr>
    <a:custClr name="Blank">
      <a:srgbClr val="F0F0F0"/>
    </a:custClr>
    <a:custClr name="Blank">
      <a:srgbClr val="F0F0F0"/>
    </a:custClr>
    <a:custClr name="Blank">
      <a:srgbClr val="F0F0F0"/>
    </a:custClr>
    <a:custClr name="Blank">
      <a:srgbClr val="F0F0F0"/>
    </a:custClr>
    <a:custClr name="Blank">
      <a:srgbClr val="F0F0F0"/>
    </a:custClr>
    <a:custClr name="Blank">
      <a:srgbClr val="F0F0F0"/>
    </a:custClr>
  </a:custClr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2_Microsoft Build 16:9 Template Light">
  <a:themeElements>
    <a:clrScheme name="Custom 90">
      <a:dk1>
        <a:srgbClr val="000000"/>
      </a:dk1>
      <a:lt1>
        <a:srgbClr val="FFFFFF"/>
      </a:lt1>
      <a:dk2>
        <a:srgbClr val="463668"/>
      </a:dk2>
      <a:lt2>
        <a:srgbClr val="E8E6DF"/>
      </a:lt2>
      <a:accent1>
        <a:srgbClr val="463668"/>
      </a:accent1>
      <a:accent2>
        <a:srgbClr val="C5B4E3"/>
      </a:accent2>
      <a:accent3>
        <a:srgbClr val="0078D4"/>
      </a:accent3>
      <a:accent4>
        <a:srgbClr val="8C8279"/>
      </a:accent4>
      <a:accent5>
        <a:srgbClr val="8DE971"/>
      </a:accent5>
      <a:accent6>
        <a:srgbClr val="D7D2CB"/>
      </a:accent6>
      <a:hlink>
        <a:srgbClr val="8661C5"/>
      </a:hlink>
      <a:folHlink>
        <a:srgbClr val="8661C5"/>
      </a:folHlink>
    </a:clrScheme>
    <a:fontScheme name="Microsoft 2019 Brand Templates">
      <a:majorFont>
        <a:latin typeface="Segoe UI Semibold"/>
        <a:ea typeface=""/>
        <a:cs typeface=""/>
      </a:majorFont>
      <a:minorFont>
        <a:latin typeface="Segoe UI"/>
        <a:ea typeface=""/>
        <a:cs typeface=""/>
      </a:minorFont>
    </a:fontScheme>
    <a:fmtScheme name="Couture">
      <a:fillStyleLst>
        <a:solidFill>
          <a:schemeClr val="phClr"/>
        </a:solidFill>
        <a:solidFill>
          <a:schemeClr val="phClr">
            <a:tint val="65000"/>
          </a:schemeClr>
        </a:solidFill>
        <a:solidFill>
          <a:schemeClr val="phClr">
            <a:shade val="80000"/>
            <a:satMod val="18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a:noFill/>
          <a:headEnd type="none" w="med" len="med"/>
          <a:tailEnd type="none" w="med" len="med"/>
        </a:ln>
      </a:spPr>
      <a:bodyPr rot="0" spcFirstLastPara="0" vertOverflow="overflow" horzOverflow="overflow" vert="horz" wrap="square" lIns="182880" tIns="146304" rIns="182880" bIns="146304" numCol="1" spcCol="0" rtlCol="0" fromWordArt="0" anchor="t" anchorCtr="0" forceAA="0" compatLnSpc="1">
        <a:noAutofit/>
      </a:bodyPr>
      <a:lstStyle>
        <a:defPPr algn="l" defTabSz="932180" fontAlgn="base">
          <a:spcBef>
            <a:spcPct val="0"/>
          </a:spcBef>
          <a:spcAft>
            <a:spcPct val="0"/>
          </a:spcAft>
          <a:defRPr sz="2000" dirty="0" err="1" smtClean="0">
            <a:solidFill>
              <a:srgbClr val="FFFFFF"/>
            </a:solidFill>
            <a:ea typeface="Segoe UI" panose="020B0502040204020203" pitchFamily="34" charset="0"/>
            <a:cs typeface="Segoe UI" panose="020B0502040204020203" pitchFamily="34" charset="0"/>
          </a:defRPr>
        </a:defPPr>
      </a:lstStyle>
      <a:style>
        <a:lnRef idx="1">
          <a:schemeClr val="accent2"/>
        </a:lnRef>
        <a:fillRef idx="3">
          <a:schemeClr val="accent2"/>
        </a:fillRef>
        <a:effectRef idx="2">
          <a:schemeClr val="accent2"/>
        </a:effectRef>
        <a:fontRef idx="minor">
          <a:schemeClr val="lt1"/>
        </a:fontRef>
      </a:style>
    </a:spDef>
    <a:lnDef>
      <a:spPr>
        <a:ln>
          <a:solidFill>
            <a:schemeClr val="tx1"/>
          </a:solidFill>
          <a:headEnd type="none" w="lg" len="med"/>
          <a:tailEnd type="none" w="lg" len="med"/>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algn="l">
          <a:defRPr sz="2000" dirty="0" err="1" smtClean="0"/>
        </a:defPPr>
      </a:lstStyle>
    </a:txDef>
  </a:objectDefaults>
  <a:custClrLst>
    <a:custClr name="Light Brown">
      <a:srgbClr val="E1D3C7"/>
    </a:custClr>
    <a:custClr name="Light Yellow">
      <a:srgbClr val="FFE399"/>
    </a:custClr>
    <a:custClr name="Light Orange">
      <a:srgbClr val="FFA38B"/>
    </a:custClr>
    <a:custClr name="Light Red">
      <a:srgbClr val="FFB3BB"/>
    </a:custClr>
    <a:custClr name="Light Magenta">
      <a:srgbClr val="D59ED7"/>
    </a:custClr>
    <a:custClr name="Light Purple">
      <a:srgbClr val="C5B4E3"/>
    </a:custClr>
    <a:custClr name="Light Blue">
      <a:srgbClr val="8DC8E8"/>
    </a:custClr>
    <a:custClr name="Light Teal">
      <a:srgbClr val="B9DCD2"/>
    </a:custClr>
    <a:custClr name="Light Green">
      <a:srgbClr val="D4EC8E"/>
    </a:custClr>
    <a:custClr name="Blue Black">
      <a:srgbClr val="091F2C"/>
    </a:custClr>
    <a:custClr name="Brown">
      <a:srgbClr val="BF9474"/>
    </a:custClr>
    <a:custClr name="Yellow">
      <a:srgbClr val="FFB900"/>
    </a:custClr>
    <a:custClr name="Orange">
      <a:srgbClr val="FF5C39"/>
    </a:custClr>
    <a:custClr name="Red">
      <a:srgbClr val="F4364C"/>
    </a:custClr>
    <a:custClr name="Magenta">
      <a:srgbClr val="C03BC4"/>
    </a:custClr>
    <a:custClr name="Purple">
      <a:srgbClr val="8661C5"/>
    </a:custClr>
    <a:custClr name="Blue">
      <a:srgbClr val="0078D4"/>
    </a:custClr>
    <a:custClr name="Teal">
      <a:srgbClr val="49C5B1"/>
    </a:custClr>
    <a:custClr name="Green">
      <a:srgbClr val="8DE971"/>
    </a:custClr>
    <a:custClr name="Rich Black">
      <a:srgbClr val="000000"/>
    </a:custClr>
    <a:custClr name="Dark Brown">
      <a:srgbClr val="5C4738"/>
    </a:custClr>
    <a:custClr name="Dark Yellow">
      <a:srgbClr val="7F5A1A"/>
    </a:custClr>
    <a:custClr name="Dark Orange">
      <a:srgbClr val="73391D"/>
    </a:custClr>
    <a:custClr name="Dark Red">
      <a:srgbClr val="73262F"/>
    </a:custClr>
    <a:custClr name="Dark Magenta">
      <a:srgbClr val="702573"/>
    </a:custClr>
    <a:custClr name="Dark Purple">
      <a:srgbClr val="463668"/>
    </a:custClr>
    <a:custClr name="Dark Blue">
      <a:srgbClr val="2A446F"/>
    </a:custClr>
    <a:custClr name="Dark Teal">
      <a:srgbClr val="225B62"/>
    </a:custClr>
    <a:custClr name="Dark Green">
      <a:srgbClr val="07641D"/>
    </a:custClr>
    <a:custClr name="Brown Black">
      <a:srgbClr val="291817"/>
    </a:custClr>
    <a:custClr name="Pure White">
      <a:srgbClr val="FFFFFF"/>
    </a:custClr>
    <a:custClr name="Off White">
      <a:srgbClr val="F4F3F5"/>
    </a:custClr>
    <a:custClr name="Warm White">
      <a:srgbClr val="FFF8F3"/>
    </a:custClr>
    <a:custClr name="Warm Light Gray">
      <a:srgbClr val="E8E6DF"/>
    </a:custClr>
    <a:custClr name="Mid Gray">
      <a:srgbClr val="D7D2CB"/>
    </a:custClr>
    <a:custClr name="Warm Gray">
      <a:srgbClr val="8C8279"/>
    </a:custClr>
    <a:custClr name="Light Gray">
      <a:srgbClr val="D9D9D6"/>
    </a:custClr>
    <a:custClr name="Cool Gray">
      <a:srgbClr val="B1B3B3"/>
    </a:custClr>
    <a:custClr name="Dark Gray">
      <a:srgbClr val="454142"/>
    </a:custClr>
    <a:custClr name="Pure White">
      <a:srgbClr val="FFFFFF"/>
    </a:custClr>
    <a:custClr name="Blank">
      <a:srgbClr val="F0F0F0"/>
    </a:custClr>
    <a:custClr name="Blank">
      <a:srgbClr val="F0F0F0"/>
    </a:custClr>
    <a:custClr name="Blank">
      <a:srgbClr val="F0F0F0"/>
    </a:custClr>
    <a:custClr name="Blank">
      <a:srgbClr val="F0F0F0"/>
    </a:custClr>
    <a:custClr name="Blank">
      <a:srgbClr val="F0F0F0"/>
    </a:custClr>
    <a:custClr name="Blank">
      <a:srgbClr val="F0F0F0"/>
    </a:custClr>
    <a:custClr name="Blank">
      <a:srgbClr val="F0F0F0"/>
    </a:custClr>
    <a:custClr name="Blank">
      <a:srgbClr val="F0F0F0"/>
    </a:custClr>
  </a:custClr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custClrLst>
    <a:custClr name="Light Orange">
      <a:srgbClr val="FF9349"/>
    </a:custClr>
    <a:custClr name="Light Yellow">
      <a:srgbClr val="FEF000"/>
    </a:custClr>
    <a:custClr name="Light Green">
      <a:srgbClr val="9BF00B"/>
    </a:custClr>
    <a:custClr name="Light Teal">
      <a:srgbClr val="30E5D0"/>
    </a:custClr>
    <a:custClr name="Light Blue">
      <a:srgbClr val="50E6FF"/>
    </a:custClr>
    <a:custClr name="Light Purple">
      <a:srgbClr val="D59DFF"/>
    </a:custClr>
    <a:custClr name="White">
      <a:srgbClr val="FFFFFF"/>
    </a:custClr>
    <a:custClr name="Extra Light Gray">
      <a:srgbClr val="F2F2F2"/>
    </a:custClr>
    <a:custClr name="Light Gray">
      <a:srgbClr val="E6E6E6"/>
    </a:custClr>
    <a:custClr name="Gray">
      <a:srgbClr val="D2D2D2"/>
    </a:custClr>
    <a:custClr name="Orange">
      <a:srgbClr val="D83B01"/>
    </a:custClr>
    <a:custClr name="Yellow">
      <a:srgbClr val="FFB900"/>
    </a:custClr>
    <a:custClr name="Green">
      <a:srgbClr val="107C10"/>
    </a:custClr>
    <a:custClr name="Teal">
      <a:srgbClr val="008575"/>
    </a:custClr>
    <a:custClr name="Blue">
      <a:srgbClr val="0078D4"/>
    </a:custClr>
    <a:custClr name="Purple">
      <a:srgbClr val="8661C5"/>
    </a:custClr>
    <a:custClr name="Mid Gray">
      <a:srgbClr val="737373"/>
    </a:custClr>
    <a:custClr name="Dark Gray">
      <a:srgbClr val="505050"/>
    </a:custClr>
    <a:custClr name="Extra Dark Gray">
      <a:srgbClr val="2F2F2F"/>
    </a:custClr>
    <a:custClr name="Rick Black">
      <a:srgbClr val="000000"/>
    </a:custClr>
    <a:custClr name="Dark Orange">
      <a:srgbClr val="6B2929"/>
    </a:custClr>
    <a:custClr name="Dark Yellow">
      <a:srgbClr val="6A4B16"/>
    </a:custClr>
    <a:custClr name="Dark Green">
      <a:srgbClr val="054B16"/>
    </a:custClr>
    <a:custClr name="Dark Teal">
      <a:srgbClr val="274B47"/>
    </a:custClr>
    <a:custClr name="Dark Blue">
      <a:srgbClr val="243A5E"/>
    </a:custClr>
    <a:custClr name="Dark Purple">
      <a:srgbClr val="3B2E58"/>
    </a:custClr>
  </a:custClr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custClrLst>
    <a:custClr name="Light Orange">
      <a:srgbClr val="FF9349"/>
    </a:custClr>
    <a:custClr name="Light Yellow">
      <a:srgbClr val="FEF000"/>
    </a:custClr>
    <a:custClr name="Light Green">
      <a:srgbClr val="9BF00B"/>
    </a:custClr>
    <a:custClr name="Light Teal">
      <a:srgbClr val="30E5D0"/>
    </a:custClr>
    <a:custClr name="Light Blue">
      <a:srgbClr val="50E6FF"/>
    </a:custClr>
    <a:custClr name="Light Purple">
      <a:srgbClr val="D59DFF"/>
    </a:custClr>
    <a:custClr name="White">
      <a:srgbClr val="FFFFFF"/>
    </a:custClr>
    <a:custClr name="Extra Light Gray">
      <a:srgbClr val="F2F2F2"/>
    </a:custClr>
    <a:custClr name="Light Gray">
      <a:srgbClr val="E6E6E6"/>
    </a:custClr>
    <a:custClr name="Gray">
      <a:srgbClr val="D2D2D2"/>
    </a:custClr>
    <a:custClr name="Orange">
      <a:srgbClr val="D83B01"/>
    </a:custClr>
    <a:custClr name="Yellow">
      <a:srgbClr val="FFB900"/>
    </a:custClr>
    <a:custClr name="Green">
      <a:srgbClr val="107C10"/>
    </a:custClr>
    <a:custClr name="Teal">
      <a:srgbClr val="008575"/>
    </a:custClr>
    <a:custClr name="Blue">
      <a:srgbClr val="0078D4"/>
    </a:custClr>
    <a:custClr name="Purple">
      <a:srgbClr val="8661C5"/>
    </a:custClr>
    <a:custClr name="Mid Gray">
      <a:srgbClr val="737373"/>
    </a:custClr>
    <a:custClr name="Dark Gray">
      <a:srgbClr val="505050"/>
    </a:custClr>
    <a:custClr name="Extra Dark Gray">
      <a:srgbClr val="2F2F2F"/>
    </a:custClr>
    <a:custClr name="Rick Black">
      <a:srgbClr val="000000"/>
    </a:custClr>
    <a:custClr name="Dark Orange">
      <a:srgbClr val="6B2929"/>
    </a:custClr>
    <a:custClr name="Dark Yellow">
      <a:srgbClr val="6A4B16"/>
    </a:custClr>
    <a:custClr name="Dark Green">
      <a:srgbClr val="054B16"/>
    </a:custClr>
    <a:custClr name="Dark Teal">
      <a:srgbClr val="274B47"/>
    </a:custClr>
    <a:custClr name="Dark Blue">
      <a:srgbClr val="243A5E"/>
    </a:custClr>
    <a:custClr name="Dark Purple">
      <a:srgbClr val="3B2E58"/>
    </a:custClr>
  </a:custClr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ma="http://schemas.microsoft.com/office/2006/metadata/properties/metaAttributes" xmlns:ct="http://schemas.microsoft.com/office/2006/metadata/contentType" ma:contentTypeScope="" ma:contentTypeVersion="23" ma:contentTypeID="0x01010005EC89680E11F64392A775FE1A751122" ma:contentTypeDescription="Create a new document." ct:_="" ma:contentTypeName="Document" ma:_="" ma:versionID="c0d0a1ed67614fd52b5928ab8d5958a1">
  <xsd:schema xmlns:ns1="http://schemas.microsoft.com/sharepoint/v3" xmlns:xs="http://www.w3.org/2001/XMLSchema" xmlns:xsd="http://www.w3.org/2001/XMLSchema" xmlns:ns3="8acfeebd-d9f0-4ade-ade8-6c6fbcc43572" xmlns:ns2="39b48df9-7bcc-48f8-84a5-975ca2e243d0" xmlns:ns4="230e9df3-be65-4c73-a93b-d1236ebd677e" xmlns:p="http://schemas.microsoft.com/office/2006/metadata/properties" ns2:_="" targetNamespace="http://schemas.microsoft.com/office/2006/metadata/properties" ma:root="true" ns4:_="" ma:fieldsID="6d6b464ec201ea833222a633609f5472" ns3:_="" ns1:_="">
    <xsd:import namespace="http://schemas.microsoft.com/sharepoint/v3"/>
    <xsd:import namespace="39b48df9-7bcc-48f8-84a5-975ca2e243d0"/>
    <xsd:import namespace="8acfeebd-d9f0-4ade-ade8-6c6fbcc43572"/>
    <xsd:import namespace="230e9df3-be65-4c73-a93b-d1236ebd677e"/>
    <xsd:element name="properties">
      <xsd:complexType>
        <xsd:sequence>
          <xsd:element name="documentManagement">
            <xsd:complexType>
              <xsd:all>
                <xsd:element minOccurs="0" ref="ns2:uvsThumbnailurl"/>
                <xsd:element minOccurs="0" ref="ns2:MediaServiceMetadata"/>
                <xsd:element minOccurs="0" ref="ns2:MediaServiceFastMetadata"/>
                <xsd:element minOccurs="0" ref="ns2:MediaServiceOCR"/>
                <xsd:element minOccurs="0" ref="ns2:MediaServiceGenerationTime"/>
                <xsd:element minOccurs="0" ref="ns2:MediaServiceEventHashCode"/>
                <xsd:element minOccurs="0" ref="ns2:MediaServiceDateTaken"/>
                <xsd:element minOccurs="0" ref="ns2:MediaServiceLocation"/>
                <xsd:element minOccurs="0" ref="ns2:MediaLengthInSeconds"/>
                <xsd:element minOccurs="0" ref="ns3:SharedWithUsers"/>
                <xsd:element minOccurs="0" ref="ns3:SharedWithDetails"/>
                <xsd:element minOccurs="0" ref="ns2:MediaServiceAutoKeyPoints"/>
                <xsd:element minOccurs="0" ref="ns2:MediaServiceKeyPoints"/>
                <xsd:element minOccurs="0" ref="ns2:lcf76f155ced4ddcb4097134ff3c332f"/>
                <xsd:element minOccurs="0" ref="ns4:TaxCatchAll"/>
                <xsd:element minOccurs="0" ref="ns1:_ip_UnifiedCompliancePolicyProperties"/>
                <xsd:element minOccurs="0" ref="ns1:_ip_UnifiedCompliancePolicyUIAction"/>
                <xsd:element minOccurs="0" ref="ns2:MediaServiceSearchProperties"/>
                <xsd:element minOccurs="0" ref="ns2:j5610f6f79384a4d92af5d7a6b56e029"/>
                <xsd:element minOccurs="0" ref="ns2:MediaServiceDocTags"/>
              </xsd:all>
            </xsd:complexType>
          </xsd:element>
        </xsd:sequence>
      </xsd:complexType>
    </xsd:element>
  </xsd:schema>
  <xsd:schema xmlns:dms="http://schemas.microsoft.com/office/2006/documentManagement/types" xmlns:xs="http://www.w3.org/2001/XMLSchema" xmlns:xsd="http://www.w3.org/2001/XMLSchema"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ma:internalName="_ip_UnifiedCompliancePolicyProperties" ma:index="24" nillable="true" name="_ip_UnifiedCompliancePolicyProperties" ma:displayName="Unified Compliance Policy Properties" ma:hidden="true">
      <xsd:simpleType>
        <xsd:restriction base="dms:Note"/>
      </xsd:simpleType>
    </xsd:element>
    <xsd:element ma:internalName="_ip_UnifiedCompliancePolicyUIAction" ma:index="25" nillable="true" name="_ip_UnifiedCompliancePolicyUIAction" ma:displayName="Unified Compliance Policy UI Action" ma:hidden="true">
      <xsd:simpleType>
        <xsd:restriction base="dms:Text"/>
      </xsd:simpleType>
    </xsd:element>
  </xsd:schema>
  <xsd:schema xmlns:dms="http://schemas.microsoft.com/office/2006/documentManagement/types" xmlns:xs="http://www.w3.org/2001/XMLSchema" xmlns:xsd="http://www.w3.org/2001/XMLSchema" xmlns:pc="http://schemas.microsoft.com/office/infopath/2007/PartnerControls" targetNamespace="39b48df9-7bcc-48f8-84a5-975ca2e243d0" elementFormDefault="qualified">
    <xsd:import namespace="http://schemas.microsoft.com/office/2006/documentManagement/types"/>
    <xsd:import namespace="http://schemas.microsoft.com/office/infopath/2007/PartnerControls"/>
    <xsd:element ma:internalName="uvsThumbnailurl" ma:index="8" nillable="true" name="uvsThumbnailurl" ma:format="Dropdown" ma:displayName="uvsThumbnailurl">
      <xsd:simpleType>
        <xsd:restriction base="dms:Text">
          <xsd:maxLength value="255"/>
        </xsd:restriction>
      </xsd:simpleType>
    </xsd:element>
    <xsd:element ma:internalName="MediaServiceMetadata" ma:readOnly="true" ma:index="9" nillable="true" name="MediaServiceMetadata" ma:displayName="MediaServiceMetadata" ma:hidden="true">
      <xsd:simpleType>
        <xsd:restriction base="dms:Note"/>
      </xsd:simpleType>
    </xsd:element>
    <xsd:element ma:internalName="MediaServiceFastMetadata" ma:readOnly="true" ma:index="10" nillable="true" name="MediaServiceFastMetadata" ma:displayName="MediaServiceFastMetadata" ma:hidden="true">
      <xsd:simpleType>
        <xsd:restriction base="dms:Note"/>
      </xsd:simpleType>
    </xsd:element>
    <xsd:element ma:internalName="MediaServiceOCR" ma:readOnly="true" ma:index="11" nillable="true" name="MediaServiceOCR" ma:displayName="Extracted Text">
      <xsd:simpleType>
        <xsd:restriction base="dms:Note">
          <xsd:maxLength value="255"/>
        </xsd:restriction>
      </xsd:simpleType>
    </xsd:element>
    <xsd:element ma:internalName="MediaServiceGenerationTime" ma:readOnly="true" ma:index="12" nillable="true" name="MediaServiceGenerationTime" ma:displayName="MediaServiceGenerationTime" ma:hidden="true">
      <xsd:simpleType>
        <xsd:restriction base="dms:Text"/>
      </xsd:simpleType>
    </xsd:element>
    <xsd:element ma:internalName="MediaServiceEventHashCode" ma:readOnly="true" ma:index="13" nillable="true" name="MediaServiceEventHashCode" ma:displayName="MediaServiceEventHashCode" ma:hidden="true">
      <xsd:simpleType>
        <xsd:restriction base="dms:Text"/>
      </xsd:simpleType>
    </xsd:element>
    <xsd:element ma:internalName="MediaServiceDateTaken" ma:readOnly="true" ma:index="14" nillable="true" name="MediaServiceDateTaken" ma:displayName="MediaServiceDateTaken" ma:hidden="true">
      <xsd:simpleType>
        <xsd:restriction base="dms:Text"/>
      </xsd:simpleType>
    </xsd:element>
    <xsd:element ma:internalName="MediaServiceLocation" ma:readOnly="true" ma:index="15" nillable="true" name="MediaServiceLocation" ma:displayName="Location">
      <xsd:simpleType>
        <xsd:restriction base="dms:Text"/>
      </xsd:simpleType>
    </xsd:element>
    <xsd:element ma:internalName="MediaLengthInSeconds" ma:readOnly="true" ma:index="16" nillable="true" name="MediaLengthInSeconds" ma:displayName="Length (seconds)">
      <xsd:simpleType>
        <xsd:restriction base="dms:Unknown"/>
      </xsd:simpleType>
    </xsd:element>
    <xsd:element ma:internalName="MediaServiceAutoKeyPoints" ma:readOnly="true" ma:index="19" nillable="true" name="MediaServiceAutoKeyPoints" ma:displayName="MediaServiceAutoKeyPoints" ma:hidden="true">
      <xsd:simpleType>
        <xsd:restriction base="dms:Note"/>
      </xsd:simpleType>
    </xsd:element>
    <xsd:element ma:internalName="MediaServiceKeyPoints" ma:readOnly="true" ma:index="20" nillable="true" name="MediaServiceKeyPoints" ma:displayName="KeyPoints">
      <xsd:simpleType>
        <xsd:restriction base="dms:Note">
          <xsd:maxLength value="255"/>
        </xsd:restriction>
      </xsd:simpleType>
    </xsd:element>
    <xsd:element ma:internalName="lcf76f155ced4ddcb4097134ff3c332f" ma:fieldId="{5cf76f15-5ced-4ddc-b409-7134ff3c332f}" ma:readOnly="false" ma:isKeyword="false" ma:index="22" nillable="true" name="lcf76f155ced4ddcb4097134ff3c332f" ma:taxonomyFieldName="MediaServiceImageTags" ma:taxonomy="true" ma:displayName="Image Tags" ma:sspId="e385fb40-52d4-4fae-9c5b-3e8ff8a5878e" ma:open="true" ma:termSetId="09814cd3-568e-fe90-9814-8d621ff8fb84" ma:taxonomyMulti="true" ma:anchorId="fba54fb3-c3e1-fe81-a776-ca4b69148c4d">
      <xsd:complexType>
        <xsd:sequence>
          <xsd:element minOccurs="0" ref="pc:Terms" maxOccurs="1"/>
        </xsd:sequence>
      </xsd:complexType>
    </xsd:element>
    <xsd:element ma:internalName="MediaServiceSearchProperties" ma:readOnly="true" ma:index="26" nillable="true" name="MediaServiceSearchProperties" ma:displayName="MediaServiceSearchProperties" ma:hidden="true">
      <xsd:simpleType>
        <xsd:restriction base="dms:Note"/>
      </xsd:simpleType>
    </xsd:element>
    <xsd:element ma:internalName="j5610f6f79384a4d92af5d7a6b56e029" ma:fieldId="{35610f6f-7938-4a4d-92af-5d7a6b56e029}" ma:default="" ma:isKeyword="false" ma:index="28" nillable="true" name="j5610f6f79384a4d92af5d7a6b56e029" ma:taxonomyFieldName="Metadata" ma:taxonomy="true" ma:displayName="Metadata" ma:sspId="e385fb40-52d4-4fae-9c5b-3e8ff8a5878e" ma:open="true" ma:termSetId="386095d1-c68d-4c6d-b587-48ddaf1aecc9" ma:anchorId="00000000-0000-0000-0000-000000000000">
      <xsd:complexType>
        <xsd:sequence>
          <xsd:element minOccurs="0" ref="pc:Terms" maxOccurs="1"/>
        </xsd:sequence>
      </xsd:complexType>
    </xsd:element>
    <xsd:element ma:internalName="MediaServiceDocTags" ma:readOnly="true" ma:index="29" nillable="true" name="MediaServiceDocTags" ma:displayName="MediaServiceDocTags" ma:hidden="true">
      <xsd:simpleType>
        <xsd:restriction base="dms:Note"/>
      </xsd:simpleType>
    </xsd:element>
  </xsd:schema>
  <xsd:schema xmlns:dms="http://schemas.microsoft.com/office/2006/documentManagement/types" xmlns:xs="http://www.w3.org/2001/XMLSchema" xmlns:xsd="http://www.w3.org/2001/XMLSchema" xmlns:pc="http://schemas.microsoft.com/office/infopath/2007/PartnerControls" targetNamespace="8acfeebd-d9f0-4ade-ade8-6c6fbcc43572" elementFormDefault="qualified">
    <xsd:import namespace="http://schemas.microsoft.com/office/2006/documentManagement/types"/>
    <xsd:import namespace="http://schemas.microsoft.com/office/infopath/2007/PartnerControls"/>
    <xsd:element ma:internalName="SharedWithUsers" ma:readOnly="true" ma:index="17" nillable="true" name="SharedWithUsers" ma:displayName="Shared With">
      <xsd:complexType>
        <xsd:complexContent>
          <xsd:extension base="dms:UserMulti">
            <xsd:sequence>
              <xsd:element minOccurs="0" name="UserInfo" maxOccurs="unbounded">
                <xsd:complexType>
                  <xsd:sequence>
                    <xsd:element minOccurs="0" name="DisplayName" type="xsd:string"/>
                    <xsd:element minOccurs="0" nillable="true" name="AccountId" type="dms:UserId"/>
                    <xsd:element minOccurs="0" name="AccountType" type="xsd:string"/>
                  </xsd:sequence>
                </xsd:complexType>
              </xsd:element>
            </xsd:sequence>
          </xsd:extension>
        </xsd:complexContent>
      </xsd:complexType>
    </xsd:element>
    <xsd:element ma:internalName="SharedWithDetails" ma:readOnly="true" ma:index="18" nillable="true" name="SharedWithDetails" ma:displayName="Shared With Details">
      <xsd:simpleType>
        <xsd:restriction base="dms:Note">
          <xsd:maxLength value="255"/>
        </xsd:restriction>
      </xsd:simpleType>
    </xsd:element>
  </xsd:schema>
  <xsd:schema xmlns:dms="http://schemas.microsoft.com/office/2006/documentManagement/types" xmlns:xs="http://www.w3.org/2001/XMLSchema" xmlns:xsd="http://www.w3.org/2001/XMLSchema"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ma:internalName="TaxCatchAll" ma:index="23" nillable="true" ma:web="8acfeebd-d9f0-4ade-ade8-6c6fbcc43572" name="TaxCatchAll" ma:list="{cf082490-e48c-4bba-a917-bf1fc11e5a27}" ma:displayName="Taxonomy Catch All Column" ma:hidden="true" ma:showField="CatchAllData">
      <xsd:complexType>
        <xsd:complexContent>
          <xsd:extension base="dms:MultiChoiceLookup">
            <xsd:sequence>
              <xsd:element minOccurs="0" nillable="true" name="Value" maxOccurs="unbounded" type="dms:Lookup"/>
            </xsd:sequence>
          </xsd:extension>
        </xsd:complexContent>
      </xsd:complexType>
    </xsd:element>
  </xsd:schema>
  <xsd:schema xmlns="http://schemas.openxmlformats.org/package/2006/metadata/core-properties" xmlns:dc="http://purl.org/dc/elements/1.1/" xmlns:odoc="http://schemas.microsoft.com/internal/obd" xmlns:xsd="http://www.w3.org/2001/XMLSchema" xmlns:xsi="http://www.w3.org/2001/XMLSchema-instance" xmlns:dcterms="http://purl.org/dc/terms/" attributeFormDefault="unqualified" targetNamespace="http://schemas.openxmlformats.org/package/2006/metadata/core-properties" elementFormDefault="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minOccurs="0" ref="dc:creator" maxOccurs="1"/>
        <xsd:element minOccurs="0" ref="dcterms:created" maxOccurs="1"/>
        <xsd:element minOccurs="0" ref="dc:identifier" maxOccurs="1"/>
        <xsd:element minOccurs="0" ma:index="0" name="contentType" maxOccurs="1" type="xsd:string" ma:displayName="Content Type"/>
        <xsd:element minOccurs="0" ma:index="4" ref="dc:title" maxOccurs="1" ma:displayName="Title"/>
        <xsd:element minOccurs="0" ref="dc:subject" maxOccurs="1"/>
        <xsd:element minOccurs="0" ref="dc:description" maxOccurs="1"/>
        <xsd:element minOccurs="0" name="keywords" maxOccurs="1" type="xsd:string"/>
        <xsd:element minOccurs="0" ref="dc:language" maxOccurs="1"/>
        <xsd:element minOccurs="0" name="category" maxOccurs="1" type="xsd:string"/>
        <xsd:element minOccurs="0" name="version" maxOccurs="1" type="xsd:string"/>
        <xsd:element minOccurs="0" name="revision" maxOccurs="1" type="xsd:string">
          <xsd:annotation>
            <xsd:documentation>
                        This value indicates the number of saves or revisions. The application is responsible for updating this value after each revision.
                    </xsd:documentation>
          </xsd:annotation>
        </xsd:element>
        <xsd:element minOccurs="0" name="lastModifiedBy" maxOccurs="1" type="xsd:string"/>
        <xsd:element minOccurs="0" ref="dcterms:modified" maxOccurs="1"/>
        <xsd:element minOccurs="0" name="contentStatus" maxOccurs="1" type="xsd:string"/>
      </xsd:all>
    </xsd:complexType>
  </xsd:schema>
  <xs:schema xmlns:xs="http://www.w3.org/2001/XMLSchema" xmlns:pc="http://schemas.microsoft.com/office/infopath/2007/PartnerControls" attributeFormDefault="unqualified" targetNamespace="http://schemas.microsoft.com/office/infopath/2007/PartnerControls" elementFormDefault="qualified">
    <xs:element name="Person">
      <xs:complexType>
        <xs:sequence>
          <xs:element minOccurs="0" ref="pc:DisplayName"/>
          <xs:element minOccurs="0" ref="pc:AccountId"/>
          <xs:element minOccurs="0" ref="pc:AccountType"/>
        </xs:sequence>
      </xs:complexType>
    </xs:element>
    <xs:element name="DisplayName" type="xs:string"/>
    <xs:element name="AccountId" type="xs:string"/>
    <xs:element name="AccountType" type="xs:string"/>
    <xs:element name="BDCAssociatedEntity">
      <xs:complexType>
        <xs:sequence>
          <xs:element minOccurs="0" ref="pc:BDCEntity"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minOccurs="0" ref="pc:EntityDisplayName"/>
          <xs:element minOccurs="0" ref="pc:EntityInstanceReference"/>
          <xs:element minOccurs="0" ref="pc:EntityId1"/>
          <xs:element minOccurs="0" ref="pc:EntityId2"/>
          <xs:element minOccurs="0" ref="pc:EntityId3"/>
          <xs:element minOccurs="0" ref="pc:EntityId4"/>
          <xs:element minOccurs="0" ref="pc:EntityId5"/>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minOccurs="0" ref="pc:TermInfo" maxOccurs="unbounded"/>
        </xs:sequence>
      </xs:complexType>
    </xs:element>
    <xs:element name="TermInfo">
      <xs:complexType>
        <xs:sequence>
          <xs:element minOccurs="0" ref="pc:TermName"/>
          <xs:element minOccurs="0" ref="pc:TermId"/>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xsi="http://www.w3.org/2001/XMLSchema-instance" xmlns:pc="http://schemas.microsoft.com/office/infopath/2007/PartnerControls" xmlns:p="http://schemas.microsoft.com/office/2006/metadata/properties">
  <documentManagement>
    <_ip_UnifiedCompliancePolicyUIAction xmlns="http://schemas.microsoft.com/sharepoint/v3" xsi:nil="true"/>
    <_ip_UnifiedCompliancePolicyProperties xmlns="http://schemas.microsoft.com/sharepoint/v3" xsi:nil="true"/>
    <MediaServiceKeyPoints xmlns="39b48df9-7bcc-48f8-84a5-975ca2e243d0" xsi:nil="true"/>
    <lcf76f155ced4ddcb4097134ff3c332f xmlns="39b48df9-7bcc-48f8-84a5-975ca2e243d0">
      <Terms xmlns="http://schemas.microsoft.com/office/infopath/2007/PartnerControls"/>
    </lcf76f155ced4ddcb4097134ff3c332f>
    <j5610f6f79384a4d92af5d7a6b56e029 xmlns="39b48df9-7bcc-48f8-84a5-975ca2e243d0">
      <Terms xmlns="http://schemas.microsoft.com/office/infopath/2007/PartnerControls"/>
    </j5610f6f79384a4d92af5d7a6b56e029>
    <uvsThumbnailurl xmlns="39b48df9-7bcc-48f8-84a5-975ca2e243d0" xsi:nil="true"/>
    <TaxCatchAll xmlns="230e9df3-be65-4c73-a93b-d1236ebd677e" xsi:nil="true"/>
  </documentManagement>
</p:properties>
</file>

<file path=customXml/itemProps1.xml><?xml version="1.0" encoding="utf-8"?>
<ds:datastoreItem xmlns:ds="http://schemas.openxmlformats.org/officeDocument/2006/customXml" ds:itemID="{E61890E5-31F0-4D9A-A605-F04AE03EDB1E}">
  <ds:schemaRefs/>
</ds:datastoreItem>
</file>

<file path=customXml/itemProps2.xml><?xml version="1.0" encoding="utf-8"?>
<ds:datastoreItem xmlns:ds="http://schemas.openxmlformats.org/officeDocument/2006/customXml" ds:itemID="{758FDAC0-319D-4A54-8D8E-1D42CB1F8004}">
  <ds:schemaRefs/>
</ds:datastoreItem>
</file>

<file path=customXml/itemProps3.xml><?xml version="1.0" encoding="utf-8"?>
<ds:datastoreItem xmlns:ds="http://schemas.openxmlformats.org/officeDocument/2006/customXml" ds:itemID="{F990F116-B58F-4255-B05B-DA3808E0E5C6}">
  <ds:schemaRefs/>
</ds:datastoreItem>
</file>

<file path=docProps/app.xml><?xml version="1.0" encoding="utf-8"?>
<Properties xmlns="http://schemas.openxmlformats.org/officeDocument/2006/extended-properties" xmlns:vt="http://schemas.openxmlformats.org/officeDocument/2006/docPropsVTypes">
  <Template>MS_Build_16-9_event_template</Template>
  <TotalTime>0</TotalTime>
  <Words>598</Words>
  <Application>WPS 演示</Application>
  <PresentationFormat>宽屏</PresentationFormat>
  <Paragraphs>73</Paragraphs>
  <Slides>10</Slides>
  <Notes>9</Notes>
  <HiddenSlides>1</HiddenSlides>
  <MMClips>0</MMClips>
  <ScaleCrop>false</ScaleCrop>
  <HeadingPairs>
    <vt:vector size="6" baseType="variant">
      <vt:variant>
        <vt:lpstr>已用的字体</vt:lpstr>
      </vt:variant>
      <vt:variant>
        <vt:i4>11</vt:i4>
      </vt:variant>
      <vt:variant>
        <vt:lpstr>主题</vt:lpstr>
      </vt:variant>
      <vt:variant>
        <vt:i4>3</vt:i4>
      </vt:variant>
      <vt:variant>
        <vt:lpstr>幻灯片标题</vt:lpstr>
      </vt:variant>
      <vt:variant>
        <vt:i4>10</vt:i4>
      </vt:variant>
    </vt:vector>
  </HeadingPairs>
  <TitlesOfParts>
    <vt:vector size="24" baseType="lpstr">
      <vt:lpstr>Arial</vt:lpstr>
      <vt:lpstr>宋体</vt:lpstr>
      <vt:lpstr>Wingdings</vt:lpstr>
      <vt:lpstr>Segoe UI</vt:lpstr>
      <vt:lpstr>FZZongYi-M05S</vt:lpstr>
      <vt:lpstr>微软雅黑</vt:lpstr>
      <vt:lpstr>Arial Unicode MS</vt:lpstr>
      <vt:lpstr>Segoe UI Semibold</vt:lpstr>
      <vt:lpstr>Calibri</vt:lpstr>
      <vt:lpstr>mp-quote</vt:lpstr>
      <vt:lpstr>Segoe Print</vt:lpstr>
      <vt:lpstr>1_Microsoft Build 16:9 Template Light</vt:lpstr>
      <vt:lpstr>1_Microsoft Build 16:9 Template Dark</vt:lpstr>
      <vt:lpstr>2_Microsoft Build 16:9 Template Light</vt:lpstr>
      <vt:lpstr>有关产品介绍&amp;路演 PPT 演示要求：</vt:lpstr>
      <vt:lpstr>PowerPoint 演示文稿</vt:lpstr>
      <vt:lpstr>项目信息</vt:lpstr>
      <vt:lpstr>项目的背景和目标</vt:lpstr>
      <vt:lpstr>技术架构</vt:lpstr>
      <vt:lpstr>系统架构</vt:lpstr>
      <vt:lpstr>项目演示</vt:lpstr>
      <vt:lpstr>项目成果</vt:lpstr>
      <vt:lpstr>对项目的后续改进和优化计划</vt:lpstr>
      <vt:lpstr>PowerPoint 演示文稿</vt:lpstr>
    </vt:vector>
  </TitlesOfParts>
  <LinksUpToDate>false</LinksUpToDate>
  <SharedDoc>false</SharedDoc>
  <HyperlinksChanged>false</HyperlinksChanged>
  <AppVersion>14.0000</AppVersion>
  <Manager>&lt;Comms manager name here&gt;</Manager>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Microsoft Build</dc:title>
  <dc:creator>Ke Yang</dc:creator>
  <cp:keywords>Microsoft Build</cp:keywords>
  <dc:subject>Microsoft Build</dc:subject>
  <cp:lastModifiedBy>dell</cp:lastModifiedBy>
  <cp:revision>132</cp:revision>
  <cp:lastPrinted>2025-11-27T02:43:00Z</cp:lastPrinted>
  <dcterms:created xsi:type="dcterms:W3CDTF">2025-11-27T02:43:00Z</dcterms:created>
  <dcterms:modified xsi:type="dcterms:W3CDTF">2025-11-27T05:44:58Z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0x01010005EC89680E11F64392A775FE1A751122</vt:lpwstr>
  </property>
  <property fmtid="{D5CDD505-2E9C-101B-9397-08002B2CF9AE}" pid="3" name="Product">
    <vt:lpwstr/>
  </property>
  <property fmtid="{D5CDD505-2E9C-101B-9397-08002B2CF9AE}" pid="4" name="Event1">
    <vt:lpwstr>622;#Unassigned|2c8af875-f38a-40b8-a0a9-056aed3fc8c0</vt:lpwstr>
  </property>
  <property fmtid="{D5CDD505-2E9C-101B-9397-08002B2CF9AE}" pid="5" name="Audience">
    <vt:lpwstr/>
  </property>
  <property fmtid="{D5CDD505-2E9C-101B-9397-08002B2CF9AE}" pid="6" name="Event Venue">
    <vt:lpwstr/>
  </property>
  <property fmtid="{D5CDD505-2E9C-101B-9397-08002B2CF9AE}" pid="7" name="Track">
    <vt:lpwstr/>
  </property>
  <property fmtid="{D5CDD505-2E9C-101B-9397-08002B2CF9AE}" pid="8" name="Event Location">
    <vt:lpwstr/>
  </property>
  <property fmtid="{D5CDD505-2E9C-101B-9397-08002B2CF9AE}" pid="9" name="Campaign">
    <vt:lpwstr/>
  </property>
  <property fmtid="{D5CDD505-2E9C-101B-9397-08002B2CF9AE}" pid="10" name="IsMyDocuments">
    <vt:bool>true</vt:bool>
  </property>
  <property fmtid="{D5CDD505-2E9C-101B-9397-08002B2CF9AE}" pid="11" name="MSIP_Label_f42aa342-8706-4288-bd11-ebb85995028c_Enabled">
    <vt:lpwstr>True</vt:lpwstr>
  </property>
  <property fmtid="{D5CDD505-2E9C-101B-9397-08002B2CF9AE}" pid="12" name="MSIP_Label_f42aa342-8706-4288-bd11-ebb85995028c_SiteId">
    <vt:lpwstr>72f988bf-86f1-41af-91ab-2d7cd011db47</vt:lpwstr>
  </property>
  <property fmtid="{D5CDD505-2E9C-101B-9397-08002B2CF9AE}" pid="13" name="MSIP_Label_f42aa342-8706-4288-bd11-ebb85995028c_Ref">
    <vt:lpwstr>https://api.informationprotection.azure.com/api/72f988bf-86f1-41af-91ab-2d7cd011db47</vt:lpwstr>
  </property>
  <property fmtid="{D5CDD505-2E9C-101B-9397-08002B2CF9AE}" pid="14" name="MSIP_Label_f42aa342-8706-4288-bd11-ebb85995028c_SetDate">
    <vt:lpwstr>2017-08-29T14:27:20.8568347-07:00</vt:lpwstr>
  </property>
  <property fmtid="{D5CDD505-2E9C-101B-9397-08002B2CF9AE}" pid="15" name="MSIP_Label_f42aa342-8706-4288-bd11-ebb85995028c_Name">
    <vt:lpwstr>General</vt:lpwstr>
  </property>
  <property fmtid="{D5CDD505-2E9C-101B-9397-08002B2CF9AE}" pid="16" name="MSIP_Label_f42aa342-8706-4288-bd11-ebb85995028c_Extended_MSFT_Method">
    <vt:lpwstr>Automatic</vt:lpwstr>
  </property>
  <property fmtid="{D5CDD505-2E9C-101B-9397-08002B2CF9AE}" pid="17" name="Sensitivity">
    <vt:lpwstr>General</vt:lpwstr>
  </property>
  <property fmtid="{D5CDD505-2E9C-101B-9397-08002B2CF9AE}" pid="18" name="Metadata">
    <vt:lpwstr/>
  </property>
  <property fmtid="{D5CDD505-2E9C-101B-9397-08002B2CF9AE}" pid="19" name="MediaServiceImageTags">
    <vt:lpwstr/>
  </property>
  <property fmtid="{D5CDD505-2E9C-101B-9397-08002B2CF9AE}" pid="20" name="ICV">
    <vt:lpwstr>BC6C1DED9B514461A8B206902A599082_13</vt:lpwstr>
  </property>
  <property fmtid="{D5CDD505-2E9C-101B-9397-08002B2CF9AE}" pid="21" name="KSOProductBuildVer">
    <vt:lpwstr>2052-12.1.0.23542</vt:lpwstr>
  </property>
</Properties>
</file>